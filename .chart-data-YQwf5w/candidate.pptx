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67bf4d8490424f" /><Relationship Type="http://schemas.openxmlformats.org/officeDocument/2006/relationships/extended-properties" Target="/docProps/app.xml" Id="Rf447a3e9c519462b" /><Relationship Type="http://schemas.openxmlformats.org/officeDocument/2006/relationships/officeDocument" Target="/ppt/presentation.xml" Id="Rdb139a0982744a06" /></Relationships>
</file>

<file path=ppt/presentation.xml><?xml version="1.0" encoding="utf-8"?>
<p:presentation xmlns:p="http://schemas.openxmlformats.org/presentationml/2006/main">
  <p:sldMasterIdLst>
    <p:sldMasterId xmlns:r="http://schemas.openxmlformats.org/officeDocument/2006/relationships" id="2147483648" r:id="R1541fd54811a4240"/>
  </p:sldMasterIdLst>
  <p:notesMasterIdLst>
    <p:notesMasterId xmlns:r="http://schemas.openxmlformats.org/officeDocument/2006/relationships" r:id="Rf2da8e9c6c634269"/>
  </p:notesMasterIdLst>
  <p:sldIdLst>
    <p:sldId xmlns:r="http://schemas.openxmlformats.org/officeDocument/2006/relationships" id="256" r:id="R5cae53f6b1594e75"/>
    <p:sldId xmlns:r="http://schemas.openxmlformats.org/officeDocument/2006/relationships" id="257" r:id="R601693231cbc499d"/>
    <p:sldId xmlns:r="http://schemas.openxmlformats.org/officeDocument/2006/relationships" id="258" r:id="Rab29f2bbd5464801"/>
    <p:sldId xmlns:r="http://schemas.openxmlformats.org/officeDocument/2006/relationships" id="259" r:id="Rb6b3d2a1b3a94232"/>
    <p:sldId xmlns:r="http://schemas.openxmlformats.org/officeDocument/2006/relationships" id="260" r:id="Rd02cbd692fec4aa6"/>
    <p:sldId xmlns:r="http://schemas.openxmlformats.org/officeDocument/2006/relationships" id="261" r:id="R1034210d62914d0f"/>
    <p:sldId xmlns:r="http://schemas.openxmlformats.org/officeDocument/2006/relationships" id="262" r:id="R3011f0e5313c49a8"/>
    <p:sldId xmlns:r="http://schemas.openxmlformats.org/officeDocument/2006/relationships" id="263" r:id="R872ada18087c43f8"/>
    <p:sldId xmlns:r="http://schemas.openxmlformats.org/officeDocument/2006/relationships" id="264" r:id="R88e07fa5bd054d88"/>
    <p:sldId xmlns:r="http://schemas.openxmlformats.org/officeDocument/2006/relationships" id="265" r:id="R8fb395a67809419d"/>
    <p:sldId xmlns:r="http://schemas.openxmlformats.org/officeDocument/2006/relationships" id="266" r:id="Rb5eecb704d2a4a6b"/>
    <p:sldId xmlns:r="http://schemas.openxmlformats.org/officeDocument/2006/relationships" id="267" r:id="R7906952981dd4de2"/>
    <p:sldId xmlns:r="http://schemas.openxmlformats.org/officeDocument/2006/relationships" id="268" r:id="R03a82cdd0dc24c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8bdf82ed3c4a91" /><Relationship Type="http://schemas.openxmlformats.org/officeDocument/2006/relationships/slideMaster" Target="/ppt/slideMasters/slideMaster1.xml" Id="R1541fd54811a4240" /><Relationship Type="http://schemas.openxmlformats.org/officeDocument/2006/relationships/notesMaster" Target="/ppt/notesMasters/notesMaster1.xml" Id="Rf2da8e9c6c634269" /><Relationship Type="http://schemas.openxmlformats.org/officeDocument/2006/relationships/presProps" Target="/ppt/presProps.xml" Id="R76c9547880f74ed3" /><Relationship Type="http://schemas.openxmlformats.org/officeDocument/2006/relationships/tableStyles" Target="/ppt/tableStyles.xml" Id="R028e737390484154" /><Relationship Type="http://schemas.openxmlformats.org/officeDocument/2006/relationships/slide" Target="/ppt/slides/slide1.xml" Id="R5cae53f6b1594e75" /><Relationship Type="http://schemas.openxmlformats.org/officeDocument/2006/relationships/slide" Target="/ppt/slides/slide2.xml" Id="R601693231cbc499d" /><Relationship Type="http://schemas.openxmlformats.org/officeDocument/2006/relationships/slide" Target="/ppt/slides/slide3.xml" Id="Rab29f2bbd5464801" /><Relationship Type="http://schemas.openxmlformats.org/officeDocument/2006/relationships/slide" Target="/ppt/slides/slide4.xml" Id="Rb6b3d2a1b3a94232" /><Relationship Type="http://schemas.openxmlformats.org/officeDocument/2006/relationships/slide" Target="/ppt/slides/slide5.xml" Id="Rd02cbd692fec4aa6" /><Relationship Type="http://schemas.openxmlformats.org/officeDocument/2006/relationships/slide" Target="/ppt/slides/slide6.xml" Id="R1034210d62914d0f" /><Relationship Type="http://schemas.openxmlformats.org/officeDocument/2006/relationships/slide" Target="/ppt/slides/slide7.xml" Id="R3011f0e5313c49a8" /><Relationship Type="http://schemas.openxmlformats.org/officeDocument/2006/relationships/slide" Target="/ppt/slides/slide8.xml" Id="R872ada18087c43f8" /><Relationship Type="http://schemas.openxmlformats.org/officeDocument/2006/relationships/slide" Target="/ppt/slides/slide9.xml" Id="R88e07fa5bd054d88" /><Relationship Type="http://schemas.openxmlformats.org/officeDocument/2006/relationships/slide" Target="/ppt/slides/slide10.xml" Id="R8fb395a67809419d" /><Relationship Type="http://schemas.openxmlformats.org/officeDocument/2006/relationships/slide" Target="/ppt/slides/slide11.xml" Id="Rb5eecb704d2a4a6b" /><Relationship Type="http://schemas.openxmlformats.org/officeDocument/2006/relationships/slide" Target="/ppt/slides/slide12.xml" Id="R7906952981dd4de2" /><Relationship Type="http://schemas.openxmlformats.org/officeDocument/2006/relationships/slide" Target="/ppt/slides/slide13.xml" Id="R03a82cdd0dc24c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19cd4f274a42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c78b1c7d22476b" /><Relationship Type="http://schemas.openxmlformats.org/officeDocument/2006/relationships/notesMaster" Target="/ppt/notesMasters/notesMaster1.xml" Id="R8a9b06f32f0b4f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fec9196a004c88" /><Relationship Type="http://schemas.openxmlformats.org/officeDocument/2006/relationships/notesMaster" Target="/ppt/notesMasters/notesMaster1.xml" Id="R7184d58d873547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93350ba6fb49e6" /><Relationship Type="http://schemas.openxmlformats.org/officeDocument/2006/relationships/notesMaster" Target="/ppt/notesMasters/notesMaster1.xml" Id="Raad292e8307a41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5323a7f7d44b9a" /><Relationship Type="http://schemas.openxmlformats.org/officeDocument/2006/relationships/notesMaster" Target="/ppt/notesMasters/notesMaster1.xml" Id="R3feb2a4a9d5546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97bb0a87eb497f" /><Relationship Type="http://schemas.openxmlformats.org/officeDocument/2006/relationships/notesMaster" Target="/ppt/notesMasters/notesMaster1.xml" Id="R1aa3dd894ee94c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652f18cc1343ba" /><Relationship Type="http://schemas.openxmlformats.org/officeDocument/2006/relationships/notesMaster" Target="/ppt/notesMasters/notesMaster1.xml" Id="Raff75ca3a89044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3b4dd78c374b35" /><Relationship Type="http://schemas.openxmlformats.org/officeDocument/2006/relationships/notesMaster" Target="/ppt/notesMasters/notesMaster1.xml" Id="R48902c7ab19a48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9e1bbb24cd45a2" /><Relationship Type="http://schemas.openxmlformats.org/officeDocument/2006/relationships/notesMaster" Target="/ppt/notesMasters/notesMaster1.xml" Id="R7151afbaaf1f4b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335c2dd3ae4e5f" /><Relationship Type="http://schemas.openxmlformats.org/officeDocument/2006/relationships/notesMaster" Target="/ppt/notesMasters/notesMaster1.xml" Id="R2c1ee53592254f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415f11c34241e9" /><Relationship Type="http://schemas.openxmlformats.org/officeDocument/2006/relationships/notesMaster" Target="/ppt/notesMasters/notesMaster1.xml" Id="Rbef65da5d89d46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8e201c5e874994" /><Relationship Type="http://schemas.openxmlformats.org/officeDocument/2006/relationships/notesMaster" Target="/ppt/notesMasters/notesMaster1.xml" Id="R620998c39fd642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8c4b68ac044f06" /><Relationship Type="http://schemas.openxmlformats.org/officeDocument/2006/relationships/notesMaster" Target="/ppt/notesMasters/notesMaster1.xml" Id="R4b07b92d4b884c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6dac401b0d45e0" /><Relationship Type="http://schemas.openxmlformats.org/officeDocument/2006/relationships/notesMaster" Target="/ppt/notesMasters/notesMaster1.xml" Id="Ra31845204191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60035b53b149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1aff0cc6bb4fb3" /><Relationship Type="http://schemas.openxmlformats.org/officeDocument/2006/relationships/slideLayout" Target="/ppt/slideLayouts/slideLayout1.xml" Id="R3edafe5447414c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dafe5447414c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92d24619914b82" /><Relationship Type="http://schemas.openxmlformats.org/officeDocument/2006/relationships/image" Target="/ppt/media/image.png" Id="Rb541a45c8ced4262" /><Relationship Type="http://schemas.openxmlformats.org/officeDocument/2006/relationships/notesSlide" Target="/ppt/notesSlides/notesSlide1.xml" Id="R6009b4c3c88741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514c32863d4900" /><Relationship Type="http://schemas.openxmlformats.org/officeDocument/2006/relationships/image" Target="/ppt/media/image2.png" Id="Rc68fcdb1323743ab" /><Relationship Type="http://schemas.openxmlformats.org/officeDocument/2006/relationships/notesSlide" Target="/ppt/notesSlides/notesSlide2.xml" Id="Rbff38107feba41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f72fabdc3f4e0c" /><Relationship Type="http://schemas.openxmlformats.org/officeDocument/2006/relationships/image" Target="/ppt/media/image3.png" Id="R06a9724a1ef84d71" /><Relationship Type="http://schemas.openxmlformats.org/officeDocument/2006/relationships/notesSlide" Target="/ppt/notesSlides/notesSlide3.xml" Id="R70514cff672442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8d99218db34d9e" /><Relationship Type="http://schemas.openxmlformats.org/officeDocument/2006/relationships/image" Target="/ppt/media/image4.png" Id="Rb4abfc592d784d3d" /><Relationship Type="http://schemas.openxmlformats.org/officeDocument/2006/relationships/notesSlide" Target="/ppt/notesSlides/notesSlide4.xml" Id="R7fbfd2c277164d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ad7f4274754fab" /><Relationship Type="http://schemas.openxmlformats.org/officeDocument/2006/relationships/image" Target="/ppt/media/image5.png" Id="R84aad25703e14f0b" /><Relationship Type="http://schemas.openxmlformats.org/officeDocument/2006/relationships/image" Target="/ppt/media/image6.png" Id="R7ba0890759e34838" /><Relationship Type="http://schemas.openxmlformats.org/officeDocument/2006/relationships/notesSlide" Target="/ppt/notesSlides/notesSlide5.xml" Id="Red50accd42504c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99dea5a49f45e1" /><Relationship Type="http://schemas.openxmlformats.org/officeDocument/2006/relationships/image" Target="/ppt/media/image7.png" Id="R4b016ca1f3404f99" /><Relationship Type="http://schemas.openxmlformats.org/officeDocument/2006/relationships/image" Target="/ppt/media/image8.png" Id="R986019d126d04f41" /><Relationship Type="http://schemas.openxmlformats.org/officeDocument/2006/relationships/notesSlide" Target="/ppt/notesSlides/notesSlide6.xml" Id="Rac15099c65a94d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7d242ee38e4c89" /><Relationship Type="http://schemas.openxmlformats.org/officeDocument/2006/relationships/image" Target="/ppt/media/image9.png" Id="R77363439e2a044c1" /><Relationship Type="http://schemas.openxmlformats.org/officeDocument/2006/relationships/image" Target="/ppt/media/image10.png" Id="R55054d90d7124a43" /><Relationship Type="http://schemas.openxmlformats.org/officeDocument/2006/relationships/notesSlide" Target="/ppt/notesSlides/notesSlide7.xml" Id="R866da1145e6f41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ff7604d46849a5" /><Relationship Type="http://schemas.openxmlformats.org/officeDocument/2006/relationships/image" Target="/ppt/media/image11.png" Id="R5f36744bc90d4dac" /><Relationship Type="http://schemas.openxmlformats.org/officeDocument/2006/relationships/image" Target="/ppt/media/image12.png" Id="R72b75cc7654649bd" /><Relationship Type="http://schemas.openxmlformats.org/officeDocument/2006/relationships/notesSlide" Target="/ppt/notesSlides/notesSlide8.xml" Id="R4669ac27e65f40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9676238fe645e1" /><Relationship Type="http://schemas.openxmlformats.org/officeDocument/2006/relationships/image" Target="/ppt/media/image13.png" Id="R55f6616acf3e42ba" /><Relationship Type="http://schemas.openxmlformats.org/officeDocument/2006/relationships/image" Target="/ppt/media/image14.png" Id="R0b32103b30ee4283" /><Relationship Type="http://schemas.openxmlformats.org/officeDocument/2006/relationships/notesSlide" Target="/ppt/notesSlides/notesSlide9.xml" Id="R57ab2fe416374b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320a11f7f740b0" /><Relationship Type="http://schemas.openxmlformats.org/officeDocument/2006/relationships/image" Target="/ppt/media/image15.png" Id="R8278b1125e6c4b95" /><Relationship Type="http://schemas.openxmlformats.org/officeDocument/2006/relationships/chart" Target="/ppt/slides/charts/chart1.xml" Id="R3858e20ab53b4760" /><Relationship Type="http://schemas.openxmlformats.org/officeDocument/2006/relationships/notesSlide" Target="/ppt/notesSlides/notesSlide10.xml" Id="R09828b8658ab4a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b7f9f03c864500" /><Relationship Type="http://schemas.openxmlformats.org/officeDocument/2006/relationships/image" Target="/ppt/media/image16.png" Id="Rb634a213c4fa43f3" /><Relationship Type="http://schemas.openxmlformats.org/officeDocument/2006/relationships/notesSlide" Target="/ppt/notesSlides/notesSlide11.xml" Id="Rf4a4c0ae09904f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97588a965a4618" /><Relationship Type="http://schemas.openxmlformats.org/officeDocument/2006/relationships/image" Target="/ppt/media/image17.png" Id="Rf74a03df6b3e4c0e" /><Relationship Type="http://schemas.openxmlformats.org/officeDocument/2006/relationships/notesSlide" Target="/ppt/notesSlides/notesSlide12.xml" Id="Re44683d8d78642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774dcc4cb34ea4" /><Relationship Type="http://schemas.openxmlformats.org/officeDocument/2006/relationships/image" Target="/ppt/media/image18.png" Id="R7f8f1209aec444a3" /><Relationship Type="http://schemas.openxmlformats.org/officeDocument/2006/relationships/notesSlide" Target="/ppt/notesSlides/notesSlide13.xml" Id="Ra0f4a6a877ee40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Verified views (thousands)</c:v>
          </c:tx>
          <c:spPr>
            <a:solidFill xmlns:a="http://schemas.openxmlformats.org/drawingml/2006/main">
              <a:srgbClr val="6D9738"/>
            </a:solidFill>
          </c:spPr>
          <c:cat>
            <c:strRef>
              <c:f>'Chart Data'!$A$2:$A$6</c:f>
              <c:strCache>
                <c:ptCount val="5"/>
                <c:pt idx="0">
                  <c:v>Launch</c:v>
                </c:pt>
                <c:pt idx="1">
                  <c:v>Week 1</c:v>
                </c:pt>
                <c:pt idx="2">
                  <c:v>Week 2</c:v>
                </c:pt>
                <c:pt idx="3">
                  <c:v>Week 3</c:v>
                </c:pt>
                <c:pt idx="4">
                  <c:v>Final</c:v>
                </c:pt>
              </c:strCache>
            </c:strRef>
          </c:cat>
          <c:val>
            <c:numRef>
              <c:f>'Chart Data'!$B$2:$B$6</c:f>
              <c:numCache>
                <c:formatCode>General</c:formatCode>
                <c:ptCount val="5"/>
                <c:pt idx="0">
                  <c:v>12</c:v>
                </c:pt>
                <c:pt idx="1">
                  <c:v>39</c:v>
                </c:pt>
                <c:pt idx="2">
                  <c:v>71</c:v>
                </c:pt>
                <c:pt idx="3">
                  <c:v>101</c:v>
                </c:pt>
                <c:pt idx="4">
                  <c:v>128.4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541a45c8ced4262"/>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2C748E-16B9-4C20-8DF4-D1A52A008AB7}"/>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3E8384BE-69FD-4017-8737-C42A1DD81440}"/>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20E5E7C4-B151-47E7-A1EF-15AD1441E2B6}"/>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9539B988-0597-41BF-AF18-467B9D90274A}"/>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39793D20-B6B2-484A-BB2A-326F2F1436FB}"/>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D1583BC3-9766-4D2C-BC7D-97CBFFCE55EF}"/>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0C70972B-4B02-4DD9-BA22-EF9C2B86CE8C}"/>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B1EDAB72-C0A1-4902-BFEB-F8675D7722A6}"/>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AFC70E4B-DFE2-43FA-B0F4-97981386E3C4}"/>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203B7654-59F5-4273-97E1-B2119E85B655}"/>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58E5E811-E533-4D5D-81A8-08A9A127181C}"/>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840E2E00-CEF4-43CE-8CEE-D957F5C5C6B9}"/>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94C35F62-86E5-4B86-BE5B-28CAAFBB860C}"/>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BCC70BC9-1BA6-4D45-9F08-3A213FDA06D6}"/>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534664989"/>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68fcdb1323743ab"/>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625BCF-3A28-4B6F-AF00-C172E01B867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C272D50-5F5D-486E-A372-73BC7BD56DF7}"/>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4ACF9AF8-2A30-4D37-8D36-F6DDD99E8218}"/>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ADDD769E-FCB3-4D5A-870F-208D28D62AF3}"/>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55EBF490-064C-49DB-AE16-0736B5292C27}"/>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A5D74FC8-C2F5-4ADB-AA7F-B03202632759}"/>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246B9802-090E-4EFF-BEA9-834B2BF1057D}"/>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18E8C716-3586-4A8A-ACBB-15F9331A147B}"/>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4B0A5FD2-3F24-462F-B688-AD26F85C254F}"/>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27C1B78C-CAD8-4021-88E4-67A3E7E42A78}"/>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E3E071F4-8981-4BF0-B256-25CB09D92616}"/>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1024795023"/>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6a9724a1ef84d7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B92F6C-5E12-44C8-97EA-B0312B7F6FBA}"/>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40E6F8A-5928-4704-B7FC-20A7D2E5DD81}"/>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062F1C8F-29D4-4892-A842-E6DED3916177}"/>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B2FD13CA-AAD5-487C-B7ED-D6149408F639}"/>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D77B4A4-DC0E-4C21-B2F5-9ECA61903DC8}"/>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B2946A6E-C11B-4F2B-B7D8-1CF67B239E99}"/>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1F45762F-8748-4862-9CDE-B4592DA8822E}"/>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7918CFA4-253C-4C80-A2FF-22A592C26F3D}"/>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3C81F74-87DF-47C0-83A5-22A0AEE80CDF}"/>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B1FAF49E-8E4B-4BAE-833D-D9E6B5059EEC}"/>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56CA94C1-8F89-4DD2-BA93-56CFBD0314CA}"/>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B44D405A-9D1E-47FF-8CC9-89C8665D1689}"/>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E0C937E1-B3CD-4ACE-8665-31ACF3182835}"/>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1904088A-8436-40FB-8923-2F0523858BE6}"/>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66A10771-40B5-4742-8A99-6F7B57F51C41}"/>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BC669BF2-7F90-417D-8EA1-1990694ED009}"/>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07540FCD-0EF6-4238-85C5-35DB8A379588}"/>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2D094B62-B420-4352-B196-BE978EA21121}"/>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774CC17F-E3D1-47F5-A239-33F513274575}"/>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A0F1E2D7-463A-4533-8017-24C10E032854}"/>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E96BB5AE-87FF-4779-8683-C38E232F3CE7}"/>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FAFE92D5-4952-46AA-B83C-533E7D6DA385}"/>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1573324541"/>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4abfc592d784d3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B9E374-C605-4C2A-992E-AA6E55DAF3DC}"/>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818AEB5-07D7-4749-9D83-C166308DB9F9}"/>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5462A910-8BA0-49DE-B379-09316B84DE7C}"/>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865A7823-0B61-477F-A4C1-BEFE35E7C7ED}"/>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B028F696-5E8C-4967-9B97-1DE0F2AFF294}"/>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6C91F0E8-6878-449C-9D61-EB8BFC672FE8}"/>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5A225694-F37B-4791-A8FA-0B1D6EACB8D7}"/>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6621533F-FAC8-4DE6-BF69-A1663E958441}"/>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5A423DE4-0174-4C82-A502-8B94638C1B82}"/>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7ED0B4E1-96A0-47F4-BEEE-40FB8465A1E9}"/>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7B6050E7-0821-45F2-AC7B-0A2DAB685F84}"/>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B3E2C41A-257C-47B6-BBA0-60EAC247FCDE}"/>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97E75F76-B372-492B-B009-7E0083079541}"/>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EF0AC63F-D80D-4992-BCE7-5BCBCFC3C5C0}"/>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A4C25284-4A74-48E4-BBB8-6127AE8DB9A4}"/>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FE28AAAE-56DA-4133-85DF-B25287F3F6AA}"/>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5543221F-FAAA-48EA-AFBA-36D9C814665E}"/>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F10D1CAD-34FB-492D-A2CE-ABA899CFF9CF}"/>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F0A025B4-348C-4FFE-AA05-9CDA7079E750}"/>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888700E6-9499-4075-A81B-A144E35A9B08}"/>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1783231252"/>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4aad25703e14f0b"/>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8613D7-054D-4DB9-9567-E65456CE043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10CD7AB-8B32-4CDE-B575-B51120C5FA7E}"/>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5392ED3F-2E0E-4AC8-ACB9-114044913624}"/>
              </a:ext>
            </a:extLst>
          </p:cNvPr>
          <p:cNvSpPr>
            <a:spLocks xmlns:a="http://schemas.openxmlformats.org/drawingml/2006/main" noGrp="1"/>
          </p:cNvSpPr>
          <p:nvPr/>
        </p:nvSpPr>
        <p:spPr>
          <a:xfrm xmlns:a="http://schemas.openxmlformats.org/drawingml/2006/main">
            <a:off x="609600" y="13049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971"/>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The product explains its value before asking for details</a:t>
            </a:r>
          </a:p>
        </p:txBody>
      </p:sp>
      <p:sp>
        <p:nvSpPr>
          <p:cNvPr id="5" name="">
            <a:extLst xmlns:a="http://schemas.openxmlformats.org/drawingml/2006/main">
              <a:ext uri="{FF2B5EF4-FFF2-40B4-BE49-F238E27FC236}">
                <a16:creationId xmlns:a16="http://schemas.microsoft.com/office/drawing/2014/main" id="{C6E7C311-04B8-460A-ABBA-C1154CC82DEF}"/>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A49A9366-63D6-49A5-AA05-45A8E6A2B6B3}"/>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41D94567-8F0C-4C15-89AC-47CC9B9D9491}"/>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40993B82-7832-4054-B6F2-E69EE78B024D}"/>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7F4896FE-FF2F-4FE4-B0DF-CA3722C0394A}"/>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1B875374-DF4D-4215-8E83-D2C2F5053C0B}"/>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ba0890759e34838"/>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262287096"/>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b016ca1f3404f9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3FAD8D-9DA6-458C-99A7-4036FC4F6FB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47BFE6D-4EB2-4D98-A304-09A77E7BFEBF}"/>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5BB3BB63-4CF6-4B67-84E0-B1337397D80E}"/>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A522908F-96E6-461D-BA24-3C171D88D5C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7BBE6C2F-FB9B-49D1-8299-1C301AC80492}"/>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DF35474-A4ED-454E-B082-3A5AE76E9943}"/>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5D3FC3AE-D51E-4761-B993-6EAF459D85E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A47EF59-5F98-4CD1-A0C0-198061B33747}"/>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D933031B-0D7F-4FF8-8AD2-57290433C1A8}"/>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0B21E39-1943-4C3F-8F59-349C2F5AFB79}"/>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0C2495C1-AA27-4D76-8298-E83C1F221CC9}"/>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86019d126d04f41"/>
          <a:srcRect xmlns:a="http://schemas.openxmlformats.org/drawingml/2006/main" l="0" t="12748" r="0" b="12748"/>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804404629"/>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363439e2a044c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CB4399-5D0A-4FA9-B854-F5153D15CE0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70B2FB1-0A48-44EF-B077-2383041B2AEE}"/>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282ACC74-7704-4181-B53B-75B9A021D755}"/>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138F8872-C99F-46B0-87F8-CCBE000ED93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ED435D71-5FD1-416A-B7C1-AC67EF3BAEB6}"/>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5068C8C-29DB-4BFA-AE71-AB24FE417FB4}"/>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3CDCA599-9D6E-43D4-B67F-0A38E83501FA}"/>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3D1ACCD-2799-47DA-8634-B7593D1DA040}"/>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F8526AA0-370E-4848-8FD8-E64090664844}"/>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D212D23-72E8-475F-A25B-C97E67E0BF98}"/>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C013C856-D47F-414D-A282-9ECDB6428838}"/>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5054d90d7124a43"/>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294735458"/>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36744bc90d4da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7D8228-EA55-4BF5-B03D-F8AD216E11B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194B79A-AF78-4931-B7F9-A8582FA04161}"/>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A0CB9F87-F3C1-4EFE-BC27-4F20EEAAD9E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9A205E52-7C5E-4AA6-B7E5-9B3EC01537A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21DFDBC9-2861-4A61-8212-E411C41F6BB8}"/>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D114864-D19F-4A71-AE18-436D4D3379A4}"/>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62D44138-497A-44C5-8136-18294A6DA37D}"/>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DE2D0F3-FC3B-4400-A225-60251517389A}"/>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ED1511A6-BB7B-456A-8253-90E121CA33C1}"/>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71CC1B6-E377-4D1C-BBB2-BBA4DB14615B}"/>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443D8543-2615-4E22-B9F7-4418B8993734}"/>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2b75cc7654649bd"/>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297107415"/>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5f6616acf3e42ba"/>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114190-35FF-4166-A611-2790BF93931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C1ECD7B-DF65-4204-9A30-239BC7A95AC7}"/>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208A6D41-EE62-43F7-B06B-4B9097FC7C1D}"/>
              </a:ext>
            </a:extLst>
          </p:cNvPr>
          <p:cNvSpPr>
            <a:spLocks xmlns:a="http://schemas.openxmlformats.org/drawingml/2006/main" noGrp="1"/>
          </p:cNvSpPr>
          <p:nvPr/>
        </p:nvSpPr>
        <p:spPr>
          <a:xfrm xmlns:a="http://schemas.openxmlformats.org/drawingml/2006/main">
            <a:off x="609600" y="12954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Every decision stays with the campaign</a:t>
            </a:r>
          </a:p>
        </p:txBody>
      </p:sp>
      <p:sp>
        <p:nvSpPr>
          <p:cNvPr id="5" name="">
            <a:extLst xmlns:a="http://schemas.openxmlformats.org/drawingml/2006/main">
              <a:ext uri="{FF2B5EF4-FFF2-40B4-BE49-F238E27FC236}">
                <a16:creationId xmlns:a16="http://schemas.microsoft.com/office/drawing/2014/main" id="{B47E8CD9-73CF-41C1-93E4-743E0C470A23}"/>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3C97775D-5863-4073-9D54-431D2003BC99}"/>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6C5A5310-0D41-4F1E-B0B3-FE43A58B9A30}"/>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82603B1A-24AC-4E73-91B2-B0AEEAF73B60}"/>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F428C9D2-7A27-4D0D-8FC6-028CC2702864}"/>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9FCBB4ED-5F6D-40DD-9425-4BAE50FEC0CB}"/>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B6DF1C26-F086-4D48-84E0-C7772A454F85}"/>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BD411F0-4419-4A5E-809E-68320B58C341}"/>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B802115E-B5AE-419A-BC2A-07712AAFD562}"/>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A55FF7AC-5EBD-4862-999E-ECDBEBAC0406}"/>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398082EC-3168-40A5-93D1-673A340378B6}"/>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42116DC3-A3BF-4A27-AAE2-2062E4AB0632}"/>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944535AD-C13F-41A7-A52A-1A6911A2E7D0}"/>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515F5392-9582-46EA-9AE9-267CE618E6E7}"/>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87342962-F716-4498-AECF-C24AE093903C}"/>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0D360D8-6E3A-408E-A9B2-804BAFB15476}"/>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5BA2A69D-12E0-409E-97C7-6E9DA148833A}"/>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16531893-037E-4C20-9B2F-37093740D628}"/>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5CC038CD-507D-4AF4-B935-343C286A3AB4}"/>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1C0ACB23-AFC5-47E0-823C-20EDF696936F}"/>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CFA335AC-6C1E-4383-8608-7DC29DA4C9AA}"/>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E6CB4681-71C0-4959-9EC7-1096BC17E747}"/>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0CE24AB9-EE0B-450D-8676-9D63FF098B03}"/>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245AC45C-7E76-40EE-B0FE-CA4BF1351D65}"/>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A7A7AE5D-B0E3-41B6-AAF0-7DD0613C23E5}"/>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9010BAD6-4445-4BDD-8D41-28499E1D8280}"/>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BF2194BF-9798-4F23-80C4-0FA85E96ADDE}"/>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b32103b30ee4283"/>
          <a:srcRect xmlns:a="http://schemas.openxmlformats.org/drawingml/2006/main" l="0" t="17178" r="0" b="17178"/>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929862373"/>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278b1125e6c4b95"/>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70B575-CE49-427F-9BE9-86B568620F4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58FBE68-BFD6-4CCD-A964-D1C802A08EE4}"/>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1116ABCC-8909-4917-BD92-94A4857B17EE}"/>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3FF65909-1A5C-4145-BB21-89FFBA73652A}"/>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3858e20ab53b4760"/>
          </a:graphicData>
        </a:graphic>
      </p:graphicFrame>
      <p:sp>
        <p:nvSpPr>
          <p:cNvPr id="7" name="">
            <a:extLst xmlns:a="http://schemas.openxmlformats.org/drawingml/2006/main">
              <a:ext uri="{FF2B5EF4-FFF2-40B4-BE49-F238E27FC236}">
                <a16:creationId xmlns:a16="http://schemas.microsoft.com/office/drawing/2014/main" id="{49C95084-50D3-4E2C-807F-29F686F937AC}"/>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37C9E962-94D6-476E-A2DE-4A4C206A6A5E}"/>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A9D6A5EA-3453-4885-86C3-9C169695318E}"/>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AA6DDE37-6707-4F0F-873D-C93AD13BF606}"/>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2EF2467-EA5D-4EE9-90E8-5190855BB864}"/>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724973AC-DB8B-45F1-9B1E-58035601BCA0}"/>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4AB1F23F-81AC-4EBE-A926-161D28740251}"/>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9EECF8B0-77E5-40FD-B548-1630C981611B}"/>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A3CBF2BA-67F8-443A-BDA5-677F6939CB46}"/>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D855CF8A-BE99-4533-BB7B-BD1C4212FC66}"/>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F68DD34B-834B-460C-970F-49F8ED2306A1}"/>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9FDAD492-B786-4EB0-A482-53B54935C3D0}"/>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988996272"/>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634a213c4fa43f3"/>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D7D14F-722D-4297-95B3-DE41852FC2D9}"/>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DB08706-D96D-440C-9592-4F31DA561BC2}"/>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699855DC-FDA4-44B5-9961-B816FEE73DE7}"/>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C834DBA5-4713-41E6-8EB9-3DC4EAB90285}"/>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56CC2BB9-6537-4E98-A93C-892F50EBB05E}"/>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8305E39F-D071-496A-87DB-2810FE0883EA}"/>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1FC5E9F5-E8D5-4AEB-9234-3B027AA0A452}"/>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C2286730-2362-483B-BF57-D203AF828CAB}"/>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D6D48C89-3566-4E03-892C-676E3BA75E49}"/>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F69BD7CB-7D71-4AD4-AF0B-17B76B27C2D7}"/>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82DC0CE0-1140-4DD5-AB22-5E53BD12253C}"/>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48BBECCA-5459-4F48-8E36-2CBCA7C2CA8C}"/>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105BE304-AB0B-4542-9D32-00BC4A860665}"/>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96BD402D-72F7-4ADB-BD2E-45D1DFDC75E7}"/>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0AE8809B-FA63-47D9-B487-FB0FEADF521A}"/>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08DA0940-CE47-4098-8BB1-4492B6CBA4BD}"/>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B4E318F8-84E7-4079-9F48-9F8455FF001C}"/>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3974AA3F-E203-423E-A491-B40CCB9C49D6}"/>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A6731ADB-549B-4F00-BA36-45A1725FDF68}"/>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71D4EC1A-C27A-438C-B191-2DF0C4F2CBAE}"/>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53128785-A8F9-4463-9486-BF06750FB6C3}"/>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633492440"/>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74a03df6b3e4c0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BACDDB-D7B9-48C7-9444-CC360292AB3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466968F5-0FD8-47C9-9154-87F0A8D85DD4}"/>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27AF22A4-2D0D-4834-86E7-604907CA56A5}"/>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7553E6EA-C373-4A6B-ABC7-960630D74D2E}"/>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4A9F1B86-D710-40BC-829F-5DBB60E2839B}"/>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492E3928-2DA5-4F5E-A1DB-CBFFF75AC017}"/>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B4DA6E8E-9A04-48A0-9995-0EB8293F652C}"/>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975C4455-C76A-41F0-A52F-6A4E38000920}"/>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154AD292-F143-4156-89D3-7372811EDD36}"/>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3836ACF7-5BC0-44E2-9447-60EC96BCFA30}"/>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BB61622A-05F3-410F-83FA-3C086BDA8D70}"/>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1415CC0E-03BA-433A-AEEC-AC9DA69712A9}"/>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84D5B9B1-2A8F-4E1C-B99E-4F64FD4FE470}"/>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60716980-1639-4170-962B-654E3D84C398}"/>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3333B257-F7F2-4101-9FC3-FB7F84A7A784}"/>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24134097-7BA2-4C29-B0FC-6D0BF5ABAE2B}"/>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E0602B53-606B-46D3-A384-EDB13D3D8B4F}"/>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D85C8663-B99A-4E5C-A5A2-9477DBF09CE9}"/>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7B3B3767-CFAC-420B-A25A-81B6DF6DAA67}"/>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4A333BF3-3B78-48F7-AD2E-6AF4D9D8A69D}"/>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6A0E99E8-35E0-490E-BBAF-306545933DEA}"/>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955DA037-DD7C-44FE-A33E-2576B9AF01F3}"/>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958903115"/>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f8f1209aec444a3"/>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FFC975-83F8-4279-B435-90630304161A}"/>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21F19DEA-ACC4-4F34-8016-8987F242C2CB}"/>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244604C0-256B-4B12-A36E-83DB923A9EF1}"/>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CEF6BCC9-67C6-409D-9BE4-529CFEC854E8}"/>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0AAD771D-2715-4AAE-B2A9-AA2F9DBF9E9E}"/>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4A0E99C9-D164-43EC-957D-A1A95EECF40E}"/>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E721ECAD-7250-47FE-B984-184DFF397C9A}"/>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C0C12130-94F8-4C42-B7A2-38E1B7933FB7}"/>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82338F11-FF36-4A71-857A-6F83A28AA4FD}"/>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52CB0CB6-03F2-47FC-B5C1-D0528378058A}"/>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00A62F83-9E10-4E0D-9FCD-682CA157B683}"/>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CE27CE5B-D3A3-4D03-8255-35F05B6DA71B}"/>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AACD8275-DE34-4FF8-8327-9B61FD29973D}"/>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495DB245-8635-4383-85B8-F37056035C68}"/>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63CF7219-570F-439A-ACA5-43C38DAB7571}"/>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7EFB4114-B3F2-4709-B08C-8FD76AF125D6}"/>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606193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2026-09-09T21:27:21.3590000Z</dcterms:created>
  <dcterms:modified xsi:type="dcterms:W3CDTF">2026-09-09T21:27:21.3590000Z</dcterms:modified>
</coreProperties>
</file>