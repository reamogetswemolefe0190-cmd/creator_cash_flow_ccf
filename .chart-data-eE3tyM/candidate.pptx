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5819ac6ce341c2" /><Relationship Type="http://schemas.openxmlformats.org/officeDocument/2006/relationships/extended-properties" Target="/docProps/app.xml" Id="R282d761b9b9f4f56" /><Relationship Type="http://schemas.openxmlformats.org/officeDocument/2006/relationships/officeDocument" Target="/ppt/presentation.xml" Id="Rca9b0055e4af4e28" /></Relationships>
</file>

<file path=ppt/presentation.xml><?xml version="1.0" encoding="utf-8"?>
<p:presentation xmlns:p="http://schemas.openxmlformats.org/presentationml/2006/main">
  <p:sldMasterIdLst>
    <p:sldMasterId xmlns:r="http://schemas.openxmlformats.org/officeDocument/2006/relationships" id="2147483648" r:id="R7ccc7d313760473e"/>
  </p:sldMasterIdLst>
  <p:notesMasterIdLst>
    <p:notesMasterId xmlns:r="http://schemas.openxmlformats.org/officeDocument/2006/relationships" r:id="Rf42c5ec5e1654f75"/>
  </p:notesMasterIdLst>
  <p:sldIdLst>
    <p:sldId xmlns:r="http://schemas.openxmlformats.org/officeDocument/2006/relationships" id="256" r:id="Rbdeb68a66524401e"/>
    <p:sldId xmlns:r="http://schemas.openxmlformats.org/officeDocument/2006/relationships" id="257" r:id="R9f7c454df4854e8e"/>
    <p:sldId xmlns:r="http://schemas.openxmlformats.org/officeDocument/2006/relationships" id="258" r:id="R1a61bf2af3634537"/>
    <p:sldId xmlns:r="http://schemas.openxmlformats.org/officeDocument/2006/relationships" id="259" r:id="R682805a4de814ac7"/>
    <p:sldId xmlns:r="http://schemas.openxmlformats.org/officeDocument/2006/relationships" id="260" r:id="R2c388116948e4671"/>
    <p:sldId xmlns:r="http://schemas.openxmlformats.org/officeDocument/2006/relationships" id="261" r:id="R9efe33023dd1485f"/>
    <p:sldId xmlns:r="http://schemas.openxmlformats.org/officeDocument/2006/relationships" id="262" r:id="R30283de253c74e3d"/>
    <p:sldId xmlns:r="http://schemas.openxmlformats.org/officeDocument/2006/relationships" id="263" r:id="R3703108d88e54c05"/>
    <p:sldId xmlns:r="http://schemas.openxmlformats.org/officeDocument/2006/relationships" id="264" r:id="R5827e7cd70dd42af"/>
    <p:sldId xmlns:r="http://schemas.openxmlformats.org/officeDocument/2006/relationships" id="265" r:id="Rfc8f83068bfa4cb8"/>
    <p:sldId xmlns:r="http://schemas.openxmlformats.org/officeDocument/2006/relationships" id="266" r:id="R46aa9c5c8cf64ea4"/>
    <p:sldId xmlns:r="http://schemas.openxmlformats.org/officeDocument/2006/relationships" id="267" r:id="R85711ca5f65f4c3e"/>
    <p:sldId xmlns:r="http://schemas.openxmlformats.org/officeDocument/2006/relationships" id="268" r:id="Rb35c0233fb2941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057135cd9048d5" /><Relationship Type="http://schemas.openxmlformats.org/officeDocument/2006/relationships/slideMaster" Target="/ppt/slideMasters/slideMaster1.xml" Id="R7ccc7d313760473e" /><Relationship Type="http://schemas.openxmlformats.org/officeDocument/2006/relationships/notesMaster" Target="/ppt/notesMasters/notesMaster1.xml" Id="Rf42c5ec5e1654f75" /><Relationship Type="http://schemas.openxmlformats.org/officeDocument/2006/relationships/presProps" Target="/ppt/presProps.xml" Id="Re43263cefded4604" /><Relationship Type="http://schemas.openxmlformats.org/officeDocument/2006/relationships/tableStyles" Target="/ppt/tableStyles.xml" Id="Rbbd0567cc1e74aaf" /><Relationship Type="http://schemas.openxmlformats.org/officeDocument/2006/relationships/slide" Target="/ppt/slides/slide1.xml" Id="Rbdeb68a66524401e" /><Relationship Type="http://schemas.openxmlformats.org/officeDocument/2006/relationships/slide" Target="/ppt/slides/slide2.xml" Id="R9f7c454df4854e8e" /><Relationship Type="http://schemas.openxmlformats.org/officeDocument/2006/relationships/slide" Target="/ppt/slides/slide3.xml" Id="R1a61bf2af3634537" /><Relationship Type="http://schemas.openxmlformats.org/officeDocument/2006/relationships/slide" Target="/ppt/slides/slide4.xml" Id="R682805a4de814ac7" /><Relationship Type="http://schemas.openxmlformats.org/officeDocument/2006/relationships/slide" Target="/ppt/slides/slide5.xml" Id="R2c388116948e4671" /><Relationship Type="http://schemas.openxmlformats.org/officeDocument/2006/relationships/slide" Target="/ppt/slides/slide6.xml" Id="R9efe33023dd1485f" /><Relationship Type="http://schemas.openxmlformats.org/officeDocument/2006/relationships/slide" Target="/ppt/slides/slide7.xml" Id="R30283de253c74e3d" /><Relationship Type="http://schemas.openxmlformats.org/officeDocument/2006/relationships/slide" Target="/ppt/slides/slide8.xml" Id="R3703108d88e54c05" /><Relationship Type="http://schemas.openxmlformats.org/officeDocument/2006/relationships/slide" Target="/ppt/slides/slide9.xml" Id="R5827e7cd70dd42af" /><Relationship Type="http://schemas.openxmlformats.org/officeDocument/2006/relationships/slide" Target="/ppt/slides/slide10.xml" Id="Rfc8f83068bfa4cb8" /><Relationship Type="http://schemas.openxmlformats.org/officeDocument/2006/relationships/slide" Target="/ppt/slides/slide11.xml" Id="R46aa9c5c8cf64ea4" /><Relationship Type="http://schemas.openxmlformats.org/officeDocument/2006/relationships/slide" Target="/ppt/slides/slide12.xml" Id="R85711ca5f65f4c3e" /><Relationship Type="http://schemas.openxmlformats.org/officeDocument/2006/relationships/slide" Target="/ppt/slides/slide13.xml" Id="Rb35c0233fb29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26cd1c6ac640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04665fa85447d4" /><Relationship Type="http://schemas.openxmlformats.org/officeDocument/2006/relationships/notesMaster" Target="/ppt/notesMasters/notesMaster1.xml" Id="R17fcbb30fc0c4d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9ed847a9ef4da2" /><Relationship Type="http://schemas.openxmlformats.org/officeDocument/2006/relationships/notesMaster" Target="/ppt/notesMasters/notesMaster1.xml" Id="Rb76ed7e29d6541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af5f676d514bb1" /><Relationship Type="http://schemas.openxmlformats.org/officeDocument/2006/relationships/notesMaster" Target="/ppt/notesMasters/notesMaster1.xml" Id="Rfc632201905a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31413903004157" /><Relationship Type="http://schemas.openxmlformats.org/officeDocument/2006/relationships/notesMaster" Target="/ppt/notesMasters/notesMaster1.xml" Id="Reb2f6d8a0b894c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f67efbc0f42b8" /><Relationship Type="http://schemas.openxmlformats.org/officeDocument/2006/relationships/notesMaster" Target="/ppt/notesMasters/notesMaster1.xml" Id="R9a89931ee95b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a762da31ff4151" /><Relationship Type="http://schemas.openxmlformats.org/officeDocument/2006/relationships/notesMaster" Target="/ppt/notesMasters/notesMaster1.xml" Id="Rbfee6515d34d4e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398109e614321" /><Relationship Type="http://schemas.openxmlformats.org/officeDocument/2006/relationships/notesMaster" Target="/ppt/notesMasters/notesMaster1.xml" Id="R21476fb2f8a040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4b7f39e315422f" /><Relationship Type="http://schemas.openxmlformats.org/officeDocument/2006/relationships/notesMaster" Target="/ppt/notesMasters/notesMaster1.xml" Id="R98689269071f4e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1de76af3744c54" /><Relationship Type="http://schemas.openxmlformats.org/officeDocument/2006/relationships/notesMaster" Target="/ppt/notesMasters/notesMaster1.xml" Id="R79dc7330d2584e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3220bbc1924ed7" /><Relationship Type="http://schemas.openxmlformats.org/officeDocument/2006/relationships/notesMaster" Target="/ppt/notesMasters/notesMaster1.xml" Id="R9eaf9aed44de4a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da6be6579144c8" /><Relationship Type="http://schemas.openxmlformats.org/officeDocument/2006/relationships/notesMaster" Target="/ppt/notesMasters/notesMaster1.xml" Id="R924bcdb8d9ef43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ef52eb462b43f2" /><Relationship Type="http://schemas.openxmlformats.org/officeDocument/2006/relationships/notesMaster" Target="/ppt/notesMasters/notesMaster1.xml" Id="R18b106eb518c4e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d765d996174990" /><Relationship Type="http://schemas.openxmlformats.org/officeDocument/2006/relationships/notesMaster" Target="/ppt/notesMasters/notesMaster1.xml" Id="R227c2f967d9346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7ac214b20242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bf887bd7bd4a03" /><Relationship Type="http://schemas.openxmlformats.org/officeDocument/2006/relationships/slideLayout" Target="/ppt/slideLayouts/slideLayout1.xml" Id="Raf0b617e988841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0b617e988841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ebc674d7d44b9a" /><Relationship Type="http://schemas.openxmlformats.org/officeDocument/2006/relationships/image" Target="/ppt/media/image.png" Id="R065da8b5291c40fb" /><Relationship Type="http://schemas.openxmlformats.org/officeDocument/2006/relationships/notesSlide" Target="/ppt/notesSlides/notesSlide1.xml" Id="R1717d73de52246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922987ec8440e2" /><Relationship Type="http://schemas.openxmlformats.org/officeDocument/2006/relationships/image" Target="/ppt/media/image2.png" Id="Rcfb8cfaf0b8e43f5" /><Relationship Type="http://schemas.openxmlformats.org/officeDocument/2006/relationships/notesSlide" Target="/ppt/notesSlides/notesSlide2.xml" Id="R5ebd8500e9044c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e3757c40dd4f0a" /><Relationship Type="http://schemas.openxmlformats.org/officeDocument/2006/relationships/image" Target="/ppt/media/image3.png" Id="Rc0e402a73f1646fc" /><Relationship Type="http://schemas.openxmlformats.org/officeDocument/2006/relationships/notesSlide" Target="/ppt/notesSlides/notesSlide3.xml" Id="Rfa2fe80367e5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344ea5934e49f9" /><Relationship Type="http://schemas.openxmlformats.org/officeDocument/2006/relationships/image" Target="/ppt/media/image4.png" Id="R0a2140440f354710" /><Relationship Type="http://schemas.openxmlformats.org/officeDocument/2006/relationships/notesSlide" Target="/ppt/notesSlides/notesSlide4.xml" Id="R8262d1eb1e4e4a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e369ace0da4d62" /><Relationship Type="http://schemas.openxmlformats.org/officeDocument/2006/relationships/image" Target="/ppt/media/image5.png" Id="R0b1449203259406a" /><Relationship Type="http://schemas.openxmlformats.org/officeDocument/2006/relationships/image" Target="/ppt/media/image6.png" Id="Rf750754fa7844994" /><Relationship Type="http://schemas.openxmlformats.org/officeDocument/2006/relationships/notesSlide" Target="/ppt/notesSlides/notesSlide5.xml" Id="Rb928f19f022b46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98cf59e5d54c62" /><Relationship Type="http://schemas.openxmlformats.org/officeDocument/2006/relationships/image" Target="/ppt/media/image7.png" Id="R893820af272c4b3e" /><Relationship Type="http://schemas.openxmlformats.org/officeDocument/2006/relationships/image" Target="/ppt/media/image8.png" Id="R285072b2383944a8" /><Relationship Type="http://schemas.openxmlformats.org/officeDocument/2006/relationships/notesSlide" Target="/ppt/notesSlides/notesSlide6.xml" Id="R22338f99898c44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c6e31de9384c51" /><Relationship Type="http://schemas.openxmlformats.org/officeDocument/2006/relationships/image" Target="/ppt/media/image9.png" Id="R8c27e77a48094a34" /><Relationship Type="http://schemas.openxmlformats.org/officeDocument/2006/relationships/image" Target="/ppt/media/image10.png" Id="Rb438c73f9fc94894" /><Relationship Type="http://schemas.openxmlformats.org/officeDocument/2006/relationships/notesSlide" Target="/ppt/notesSlides/notesSlide7.xml" Id="Rd2b8732a26cb47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bc17376bb9475e" /><Relationship Type="http://schemas.openxmlformats.org/officeDocument/2006/relationships/image" Target="/ppt/media/image11.png" Id="R7ec3cc28052f4d31" /><Relationship Type="http://schemas.openxmlformats.org/officeDocument/2006/relationships/image" Target="/ppt/media/image12.png" Id="R54870579343f4960" /><Relationship Type="http://schemas.openxmlformats.org/officeDocument/2006/relationships/notesSlide" Target="/ppt/notesSlides/notesSlide8.xml" Id="R9ac1f22d1ffa42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698f00e8c448e6" /><Relationship Type="http://schemas.openxmlformats.org/officeDocument/2006/relationships/image" Target="/ppt/media/image13.png" Id="R78f823dfa6594b6c" /><Relationship Type="http://schemas.openxmlformats.org/officeDocument/2006/relationships/image" Target="/ppt/media/image14.png" Id="Rdcd0a7f9a416425d" /><Relationship Type="http://schemas.openxmlformats.org/officeDocument/2006/relationships/notesSlide" Target="/ppt/notesSlides/notesSlide9.xml" Id="Ra4aec7a581d04c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1e832ddc5b4497" /><Relationship Type="http://schemas.openxmlformats.org/officeDocument/2006/relationships/image" Target="/ppt/media/image15.png" Id="R80b9e858fb9a4bbd" /><Relationship Type="http://schemas.openxmlformats.org/officeDocument/2006/relationships/chart" Target="/ppt/slides/charts/chart1.xml" Id="R1fe4dad68bee43b3" /><Relationship Type="http://schemas.openxmlformats.org/officeDocument/2006/relationships/notesSlide" Target="/ppt/notesSlides/notesSlide10.xml" Id="Rdb8b2de8876848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b363931573498c" /><Relationship Type="http://schemas.openxmlformats.org/officeDocument/2006/relationships/image" Target="/ppt/media/image16.png" Id="R7be9cec0fa684bb9" /><Relationship Type="http://schemas.openxmlformats.org/officeDocument/2006/relationships/notesSlide" Target="/ppt/notesSlides/notesSlide11.xml" Id="Raeedbfbe315a48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6e9398df1a486a" /><Relationship Type="http://schemas.openxmlformats.org/officeDocument/2006/relationships/image" Target="/ppt/media/image17.png" Id="Ra29d9cd5144d48fc" /><Relationship Type="http://schemas.openxmlformats.org/officeDocument/2006/relationships/notesSlide" Target="/ppt/notesSlides/notesSlide12.xml" Id="R9fb91402843349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55c9eca75b4700" /><Relationship Type="http://schemas.openxmlformats.org/officeDocument/2006/relationships/image" Target="/ppt/media/image18.png" Id="Rfc9efab4a476466f" /><Relationship Type="http://schemas.openxmlformats.org/officeDocument/2006/relationships/notesSlide" Target="/ppt/notesSlides/notesSlide13.xml" Id="R6eaace5942ee48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Verified views (thousands)</c:v>
          </c:tx>
          <c:spPr>
            <a:solidFill xmlns:a="http://schemas.openxmlformats.org/drawingml/2006/main">
              <a:srgbClr val="6D9738"/>
            </a:solidFill>
          </c:spPr>
          <c:cat>
            <c:strRef>
              <c:f>'Chart Data'!$A$2:$A$6</c:f>
              <c:strCache>
                <c:ptCount val="5"/>
                <c:pt idx="0">
                  <c:v>Launch</c:v>
                </c:pt>
                <c:pt idx="1">
                  <c:v>Week 1</c:v>
                </c:pt>
                <c:pt idx="2">
                  <c:v>Week 2</c:v>
                </c:pt>
                <c:pt idx="3">
                  <c:v>Week 3</c:v>
                </c:pt>
                <c:pt idx="4">
                  <c:v>Final</c:v>
                </c:pt>
              </c:strCache>
            </c:strRef>
          </c:cat>
          <c:val>
            <c:numRef>
              <c:f>'Chart Data'!$B$2:$B$6</c:f>
              <c:numCache>
                <c:formatCode>General</c:formatCode>
                <c:ptCount val="5"/>
                <c:pt idx="0">
                  <c:v>12</c:v>
                </c:pt>
                <c:pt idx="1">
                  <c:v>39</c:v>
                </c:pt>
                <c:pt idx="2">
                  <c:v>71</c:v>
                </c:pt>
                <c:pt idx="3">
                  <c:v>101</c:v>
                </c:pt>
                <c:pt idx="4">
                  <c:v>128.4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5da8b5291c40fb"/>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F945EA-F6AB-493A-9BC4-3D4C06811702}"/>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51440F9F-2706-4D56-8BAE-A030326507AA}"/>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654F2BBE-9E00-4A9E-A27B-7178594701F2}"/>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2928FBE6-ECEE-40CD-B5C0-8AAAD313242E}"/>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E3E4A342-4D5A-4971-8CE5-932DF2538CC8}"/>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362E30CA-CE8C-45A7-BA83-FB09CB964011}"/>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26DE5D74-365E-4FEE-8F57-8C05BC647790}"/>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ACE85CA2-ED48-499B-B775-120D6125598A}"/>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DD333F0E-31DA-4744-AD85-4B84A7BEAC24}"/>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91CB2213-E3E0-4224-A0E7-74BEF6743852}"/>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9580C1D7-8584-44E2-9A0D-54C719C108CE}"/>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675AB140-8323-41BA-BEFA-763A15A0FF52}"/>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EAF78E6E-BD6C-4EC2-BAE6-FA567712D90B}"/>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AE145F16-F8C9-4324-ACD6-B7E681CA4528}"/>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93415949"/>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fb8cfaf0b8e43f5"/>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951336-38AA-487F-BD35-E3C0D7A78C1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63821DE-59CA-4E3D-BE04-7BED6D3D77A7}"/>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8ADDFDAA-DD52-4274-A098-10EDFD43F8BE}"/>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621383A7-B7E1-4463-A0F4-38DFC2AFD400}"/>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3CF4003D-5E7C-4371-AEA8-BF868C56906E}"/>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501ADA97-BC3E-4312-B42E-5082E7168B1D}"/>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953612FD-8A90-4A0A-BD0E-F21F0138FF63}"/>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15DCA7D-6FB3-4F2C-9E4B-C9AA0A447913}"/>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DB4372A3-77D5-4A53-851B-676B533E35C7}"/>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239339ED-17AA-46B3-8782-C7F56AEF2BF1}"/>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07141BCD-53D8-43CA-A893-E0680088F7C7}"/>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366206051"/>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0e402a73f1646f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A0E7FC-8A5C-4BD7-B282-96E54BB9A8D2}"/>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AEF2715-9BC7-4433-99F1-9C0DD2632A8C}"/>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D3288954-96A3-4476-AB78-05387E9AD7A3}"/>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C64D12C9-EC96-4CBB-993A-560122D9B341}"/>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D6B8AA1-7E17-4918-92C2-CB741949753B}"/>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74F792E3-C29F-4ABE-AA63-B0B3099A0E11}"/>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D2F227AB-8456-488A-B9A2-EF5DBD53C550}"/>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B45253FB-27BD-4664-A31E-D5A9B882DF33}"/>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3A25E1C-60F4-4AD7-8051-7E81EE93369D}"/>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488341D2-5023-41CC-B793-0472D2B1E5A7}"/>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3DF1C2FB-9144-4185-B00F-98C802409C85}"/>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6DA79F91-0D2C-468E-A32E-46585556E7E5}"/>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C2D57A17-585F-43A2-9D6D-0E96BE03DB03}"/>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A55DE6C7-BE7E-44B0-98C1-196102256A43}"/>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9BED4B24-5381-4A19-A558-27E50E8326D6}"/>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D382F180-24ED-40A8-A3D0-E0892CDC7081}"/>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7A6523D-7C4D-4EED-8797-E3B3D23107C7}"/>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96E061A8-11B2-4BB7-BA9B-E9CCCCD5F20C}"/>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B26A6318-C25B-466A-9D3E-CECD491E4115}"/>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F96AE2A2-981A-4350-9012-68AD3A7C70F4}"/>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0DBEAB09-8BE7-4EC8-9192-D26E57C33CB5}"/>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45101637-D5C9-4AE2-A1BA-14402AD9E592}"/>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578733156"/>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a2140440f354710"/>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FCFA6B-DD12-4693-976B-68503F9E193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B3886BF-E0B4-42AE-967B-0A0651603EF1}"/>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C9436D98-F65C-4543-A319-86A61CB1DD2F}"/>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A39E1E7E-0E80-46EA-B641-CCD8F02686EC}"/>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CD252CC9-7ED1-47E2-A466-7B0222B936B5}"/>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4363D9FA-6597-48D7-9833-88919C4B9BEC}"/>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2CC97774-6E97-44E9-A74C-40F6773513AF}"/>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C789F452-BF32-4A21-B43E-CC46ECA41490}"/>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AAAD3AB2-B31A-4CD3-B127-39508C566532}"/>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CF454A0F-EA86-44D5-A433-C9B54D259732}"/>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E74DD0ED-E7E5-4D80-B1FA-BFABD07B952E}"/>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6C61FDBB-C191-4A1E-9E18-FFA3B118F8A2}"/>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43CE7097-E32E-40C5-BCB7-B48D9B170B8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53BA275D-20CA-4614-8380-0C0937714296}"/>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784C5502-B5D1-490B-BBF8-E366B64D9B83}"/>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93D4B947-005D-40F2-8192-AD4F888A9A0F}"/>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7E7B18D5-1FEE-4F2C-A1B6-02A1E48C9779}"/>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7E74DB51-13A7-48CE-87BD-324B66127DEA}"/>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C020AAEF-930A-4FBB-B317-39DA2E1C8EB5}"/>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3BC05DFE-A904-424C-BD24-2B2548BA8059}"/>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609535527"/>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1449203259406a"/>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F0F774-A504-4DE0-A19B-873A7F8E744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9FD8825-FF92-402C-95C8-066D47FC3B07}"/>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3FC56E2E-CAE6-4E69-9ABC-C7BC93302365}"/>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596DE2CF-E258-48BF-9005-64B5602119B2}"/>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9C24E18A-E94F-4724-8FB6-52F567791869}"/>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4CAAF2BA-0DB4-49C1-8D7A-89F60AC76D65}"/>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52B997EA-9413-4A18-8585-193ABEBAB090}"/>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57212FF0-E8B6-4EA8-B7EE-1BB311033C32}"/>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9DA05465-8874-4633-979B-E3C88B971B3A}"/>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750754fa7844994"/>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347563948"/>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3820af272c4b3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99DAE8-AB4F-45F2-B3B1-60827B3A326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812590D-2158-4E51-A19E-B9630F2BC53D}"/>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55FB438B-7C20-4F34-A126-E826FB00E42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843E6866-1F87-4EE1-AB03-E4CCBE8E171E}"/>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F1687927-B957-423B-88EA-9A8530AEEF8A}"/>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60EF0E3-BB72-4084-B688-3E9DF573071B}"/>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016992A0-EAA2-4332-907E-8044E2C3DAC7}"/>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03DB3F7-CAB9-49C8-8C38-B7CDF48824E8}"/>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BFEDB3FE-ECD4-4E0F-ABDF-9308FB08965C}"/>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AF857EA-3671-421A-B59F-9813E8CA114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1FF4D5A2-E527-473F-937D-2AD3BCFFE840}"/>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85072b2383944a8"/>
          <a:srcRect xmlns:a="http://schemas.openxmlformats.org/drawingml/2006/main" l="0" t="12735" r="0" b="127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676567480"/>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27e77a48094a34"/>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DF02D-CB0D-4F9F-BCC9-75A287527DA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D00C583-B8AE-4A21-9350-D70A9B3DE1FF}"/>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51AC6EFE-114B-4240-8DBF-9A073D44187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C9C342CD-0199-4ECC-8D91-130AC2670093}"/>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70E9295E-35EC-462A-BD48-A67E768A05E5}"/>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5A18A9C-FDD0-441B-B748-E4BF627FADBF}"/>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2244DC06-7EE7-4713-AB80-5758FAFB25E7}"/>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A8722D3-1343-42D4-A55F-922EAB9A48B6}"/>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B841C7CE-8ECA-4217-A8B5-C80026A731D8}"/>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93D7636-12E3-4504-BF36-ADDA7E8A2B96}"/>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D0A826EA-C3FE-4EF3-9C35-440F8E3912BC}"/>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438c73f9fc94894"/>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469572190"/>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ec3cc28052f4d3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C89D16-3826-4B68-BDBA-D698381D296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FE71279-6777-471A-847E-E6EA85821954}"/>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328C096B-2912-41D9-8BCB-8CA6B54CA9A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EFD2553D-BA07-4FDB-BF54-5D643CEFDFFE}"/>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A3A3917F-534B-41BA-9B84-3BFD70440703}"/>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EBD6F5A-67E6-4821-8A4B-84341E8DCB1D}"/>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A00DA9A1-F6A9-48D8-A76E-B844834BEEB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C6C0DBE-BA4E-4CFF-8898-83FFF2C879D0}"/>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7ECC1B1A-306B-4877-8E0D-B0F08BDA748B}"/>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377037C-6C1A-4B57-B50C-24B32E1B159D}"/>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4EF9CB18-3015-4AA4-BF22-DA20B0659893}"/>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4870579343f4960"/>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50544110"/>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8f823dfa6594b6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9AF7A7-8604-4F05-AF71-DAB17DA6F843}"/>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9F95D83-C841-4399-985B-26284027C695}"/>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5BCEDB22-5BF0-4607-A832-DFF83089372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A6491B20-18FA-4EB8-88DC-93B713E97F0B}"/>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9E52CA33-CECC-4777-94B6-F09DABEBCCB2}"/>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D954BEED-7C1F-4940-8228-26B06E77589A}"/>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AEBF50E-EA7C-472D-954C-95335DC735B7}"/>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D4306308-5F0C-4E78-A28A-1C5C3C945697}"/>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B5A68146-4A1B-410A-84AC-0A96FE3CDB40}"/>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45C6720A-A03B-4978-B9C0-68FABAC4777A}"/>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8926C24-6770-48D1-8970-FD51ED5A8326}"/>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7A6444DB-C814-441F-84B3-BCE2F4F75FDB}"/>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15F6BC31-3391-4E8F-915F-192935FDF66D}"/>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043601E4-D3D7-4DCE-BD50-1ECC9EAF2E12}"/>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D0A52D81-A82B-49FB-9BD2-DDA9357899F1}"/>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4FB9C434-7711-48E8-90D3-12BBBBCA0BAB}"/>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C0F6724D-8704-413C-9C74-FBDD243DE848}"/>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DECE9613-BCE2-4C79-A0CE-071F5FD8D1C6}"/>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7ABEE12B-4750-4472-AB6C-87892EAD6B61}"/>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8C46CE74-1CB9-4855-8779-2A90CB86125C}"/>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753665C4-5B07-442F-A561-BC79C565D1BB}"/>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B5B949B6-79FE-4C0E-9871-62A22EB4841A}"/>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01F6F057-8F8D-41A6-B149-D8BC7A2D321A}"/>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F7945F0C-9115-4318-915D-0BAFE14B783B}"/>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D42087F8-DB46-4199-950A-CB3E0D3D6A70}"/>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9AC33E9F-A4D3-42EE-A2E9-6DB2192FECB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79B01B17-5854-4E02-B379-3267ECD50572}"/>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6E46E68F-E1C2-4C35-B609-B03CE40C594F}"/>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CA8076DA-A03A-46E5-A4EC-6C117BBC6C1F}"/>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3ECA28BF-9358-4709-B87B-0BB8C5282F38}"/>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dcd0a7f9a416425d"/>
          <a:srcRect xmlns:a="http://schemas.openxmlformats.org/drawingml/2006/main" l="19" t="0" r="19" b="0"/>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813240678"/>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0b9e858fb9a4bb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194655-106F-4DAF-8B0A-5FCB2D50BD5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D757FEE-906B-487E-B8A4-0CB9A17C446D}"/>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17E9D535-2070-450F-AEC3-3FD3C3C4C464}"/>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235479F5-F0C4-4526-87C0-A91EF383FBF3}"/>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1fe4dad68bee43b3"/>
          </a:graphicData>
        </a:graphic>
      </p:graphicFrame>
      <p:sp>
        <p:nvSpPr>
          <p:cNvPr id="7" name="">
            <a:extLst xmlns:a="http://schemas.openxmlformats.org/drawingml/2006/main">
              <a:ext uri="{FF2B5EF4-FFF2-40B4-BE49-F238E27FC236}">
                <a16:creationId xmlns:a16="http://schemas.microsoft.com/office/drawing/2014/main" id="{61875EDD-888A-4C2C-B525-624EBFC6B9F5}"/>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E0C08DD6-C8F3-4BB6-877E-F171E9612766}"/>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B43A9D10-3451-4EBC-A391-DB5712090C7E}"/>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84243E40-471B-4231-B55F-C61BABA2D8E5}"/>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5445732-3603-485C-AEDE-49F6441E2757}"/>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3E9B469D-706A-4795-98BC-BE98A7196BEE}"/>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AE6BB60-1F4D-4C31-A700-263C7D239E83}"/>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4A486363-9477-4349-A16C-6DC98311CDFC}"/>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F79B4133-AFBC-4903-B168-73AE135DE9E5}"/>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449182C8-C3AA-473D-A810-6759B9DA7909}"/>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12A837AC-2871-47C7-B317-82BDE612341D}"/>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A449DA15-6F1B-435C-8287-838447ADF87C}"/>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812566440"/>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be9cec0fa684bb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0BE40F-BB55-4C19-AC38-D464312DD37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6B20908-19B4-422F-91F4-A271CB225831}"/>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11A63C44-E3F7-46EA-B0FB-9DEA3AB96C9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5ABDE396-D388-4BE0-82EF-C689AE4BD4A5}"/>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4D24A5BB-D11C-4CE8-BFEE-A073999D5049}"/>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58FC08EF-EE14-4CED-B3CF-030B10719B82}"/>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D8FBD8CB-8E55-4132-80F3-85C5712DA4E8}"/>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C5CB4E0A-BAD4-4D75-98D7-BBDEACA18F84}"/>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B756A7EE-69A8-4BC1-AC27-8BF63EB9CF57}"/>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0774DC44-26D8-412D-ABE6-88E2936EFCD1}"/>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6C473CB9-D12E-432E-A1DD-27878FD9173F}"/>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73D2ACCE-3F05-44B7-89B4-8D799BF13748}"/>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8F295EF1-EC02-4E45-8BE4-EDE470E760E9}"/>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681AF77C-506D-417F-BA96-E35263B095E0}"/>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8C49F7EA-EC67-41E8-BE3A-90C16BEBA4C3}"/>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3708AE9E-E911-4BFF-9094-A52E994858FD}"/>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A3424858-606A-4B41-95AE-2A52944C41E0}"/>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D91EC72-6C20-464A-81F8-46EB54A1191B}"/>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9BDC470B-0892-4F9A-BEE7-7F0BA7481E65}"/>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7508F02F-E9CC-4EFF-8117-3A4EB7F5E08D}"/>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A9838500-FEEA-4DC3-B33E-10A024468DA0}"/>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1623468920"/>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29d9cd5144d48f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136528-F415-4BE8-9DD2-26553D8C469E}"/>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D7B20511-20DB-485D-8DA9-408A5AB3F96C}"/>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7E02602F-CB81-4357-B0F8-1F0118AC8787}"/>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C5822AB7-354A-4F44-9199-E9A75F143D5B}"/>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E6F39D5D-8299-4046-99B8-F2C50ABFE541}"/>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7B23C46E-10D6-42EA-9C95-EF374EAF3A6B}"/>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48AD94F8-8387-43E8-9FF3-A194662B4A17}"/>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C3834BE9-7815-4975-BE8A-060B3028B08D}"/>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0F9095E3-CCCA-4113-9090-3F63CBF02A9E}"/>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282E93FC-CF89-4F89-90C9-9DEC64DCAFAE}"/>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83B5876F-27FA-4A5D-985C-193290B15974}"/>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782C9E9F-2B24-4644-9973-F1D59C3E0F0F}"/>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0D6B7A6E-FA78-46DA-9ADC-A5136C130DB8}"/>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2A91CB23-D72C-4DA2-B716-AD66C26C44D0}"/>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2C507BB9-7F5D-49FC-A07E-4E577D2A6A0F}"/>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8DEF4D1F-0638-4F2A-B4FF-1F710CC30883}"/>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75F3CAD8-358F-4012-A545-FCCE34568B99}"/>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EFCC1DB9-8102-4830-93AB-6AE9A5215FF6}"/>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924C561E-BBB8-47C7-A441-935217820B60}"/>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1AAEDEC4-EB90-4067-93BC-DDCF7AC42FD6}"/>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B9E9FE64-8E08-4577-8E8E-A7983B28BBC0}"/>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840E97ED-F2D0-4E48-8CC4-F32D14E25334}"/>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1769025394"/>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9efab4a476466f"/>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DD7BBB-0D85-4E2B-8F2D-BE4B4A1C0DBB}"/>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8D6C0E90-2F34-4938-ADE6-CA12E5CAB397}"/>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DF3F76EB-5C91-44FB-BA55-075B51491455}"/>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8FFFCCEB-A78B-4A9A-AADE-EC633A111F44}"/>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2D9960C1-0C77-4100-B75E-76C905FE07BB}"/>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F6B22FD7-C224-4159-AB9B-8D7C2CB205E4}"/>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F86C5650-389A-48EA-AEC8-396C5E4E2554}"/>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358D20BE-F9D1-476E-A1C8-B187D3623C5D}"/>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9B10A082-A2C7-4348-848C-EDE5ABAF728B}"/>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213EAB98-454A-4B60-8899-B17E57417FC5}"/>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FFC570F0-E0BA-4D82-A968-CBDEDE28AD50}"/>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00D01BC7-FA1E-4D13-B23F-DB2C74DC760A}"/>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C401FCE5-E003-4CFE-AC24-14C57BA37162}"/>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06C45C15-FC38-4005-A9E4-6DE3816F46A5}"/>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28A06BCF-BA7B-4BA1-9CDB-8B25B1D21C6B}"/>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B911A721-3A63-464A-9424-98DDC3090144}"/>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8448316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2026-09-09T21:40:53.4010000Z</dcterms:created>
  <dcterms:modified xsi:type="dcterms:W3CDTF">2026-09-09T21:40:53.4010000Z</dcterms:modified>
</coreProperties>
</file>