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608712479f44946" /><Relationship Type="http://schemas.openxmlformats.org/officeDocument/2006/relationships/extended-properties" Target="/docProps/app.xml" Id="Re22ad245b48c47ba" /><Relationship Type="http://schemas.openxmlformats.org/officeDocument/2006/relationships/officeDocument" Target="/ppt/presentation.xml" Id="Rd125ac385d9c4318" /></Relationships>
</file>

<file path=ppt/presentation.xml><?xml version="1.0" encoding="utf-8"?>
<p:presentation xmlns:p="http://schemas.openxmlformats.org/presentationml/2006/main">
  <p:sldMasterIdLst>
    <p:sldMasterId xmlns:r="http://schemas.openxmlformats.org/officeDocument/2006/relationships" id="2147483648" r:id="R3a2a2a40e69d4dce"/>
  </p:sldMasterIdLst>
  <p:notesMasterIdLst>
    <p:notesMasterId xmlns:r="http://schemas.openxmlformats.org/officeDocument/2006/relationships" r:id="R37a1cd1bf882456f"/>
  </p:notesMasterIdLst>
  <p:sldIdLst>
    <p:sldId xmlns:r="http://schemas.openxmlformats.org/officeDocument/2006/relationships" id="256" r:id="R7a311eb2f4b94b7d"/>
    <p:sldId xmlns:r="http://schemas.openxmlformats.org/officeDocument/2006/relationships" id="257" r:id="R19333bcb707f41df"/>
    <p:sldId xmlns:r="http://schemas.openxmlformats.org/officeDocument/2006/relationships" id="258" r:id="Reff15cafd6734fe5"/>
    <p:sldId xmlns:r="http://schemas.openxmlformats.org/officeDocument/2006/relationships" id="259" r:id="R465e99eeae254deb"/>
    <p:sldId xmlns:r="http://schemas.openxmlformats.org/officeDocument/2006/relationships" id="260" r:id="Rec458e4d79a14ece"/>
    <p:sldId xmlns:r="http://schemas.openxmlformats.org/officeDocument/2006/relationships" id="261" r:id="R6501a4e806cf430c"/>
    <p:sldId xmlns:r="http://schemas.openxmlformats.org/officeDocument/2006/relationships" id="262" r:id="R8879709b5e05444a"/>
    <p:sldId xmlns:r="http://schemas.openxmlformats.org/officeDocument/2006/relationships" id="263" r:id="R7ed59585c5574344"/>
    <p:sldId xmlns:r="http://schemas.openxmlformats.org/officeDocument/2006/relationships" id="264" r:id="R35d3f1d8786e4218"/>
    <p:sldId xmlns:r="http://schemas.openxmlformats.org/officeDocument/2006/relationships" id="265" r:id="R18ea624d476a47cb"/>
    <p:sldId xmlns:r="http://schemas.openxmlformats.org/officeDocument/2006/relationships" id="266" r:id="R9293f78fb3c14379"/>
    <p:sldId xmlns:r="http://schemas.openxmlformats.org/officeDocument/2006/relationships" id="267" r:id="Rb86a2adf232d434f"/>
    <p:sldId xmlns:r="http://schemas.openxmlformats.org/officeDocument/2006/relationships" id="268" r:id="R59936eae85b4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82b8d7f5f34fff" /><Relationship Type="http://schemas.openxmlformats.org/officeDocument/2006/relationships/slideMaster" Target="/ppt/slideMasters/slideMaster1.xml" Id="R3a2a2a40e69d4dce" /><Relationship Type="http://schemas.openxmlformats.org/officeDocument/2006/relationships/notesMaster" Target="/ppt/notesMasters/notesMaster1.xml" Id="R37a1cd1bf882456f" /><Relationship Type="http://schemas.openxmlformats.org/officeDocument/2006/relationships/presProps" Target="/ppt/presProps.xml" Id="R7d6001e7ab1141cc" /><Relationship Type="http://schemas.openxmlformats.org/officeDocument/2006/relationships/tableStyles" Target="/ppt/tableStyles.xml" Id="Rc85f5d34c1c44341" /><Relationship Type="http://schemas.openxmlformats.org/officeDocument/2006/relationships/slide" Target="/ppt/slides/slide1.xml" Id="R7a311eb2f4b94b7d" /><Relationship Type="http://schemas.openxmlformats.org/officeDocument/2006/relationships/slide" Target="/ppt/slides/slide2.xml" Id="R19333bcb707f41df" /><Relationship Type="http://schemas.openxmlformats.org/officeDocument/2006/relationships/slide" Target="/ppt/slides/slide3.xml" Id="Reff15cafd6734fe5" /><Relationship Type="http://schemas.openxmlformats.org/officeDocument/2006/relationships/slide" Target="/ppt/slides/slide4.xml" Id="R465e99eeae254deb" /><Relationship Type="http://schemas.openxmlformats.org/officeDocument/2006/relationships/slide" Target="/ppt/slides/slide5.xml" Id="Rec458e4d79a14ece" /><Relationship Type="http://schemas.openxmlformats.org/officeDocument/2006/relationships/slide" Target="/ppt/slides/slide6.xml" Id="R6501a4e806cf430c" /><Relationship Type="http://schemas.openxmlformats.org/officeDocument/2006/relationships/slide" Target="/ppt/slides/slide7.xml" Id="R8879709b5e05444a" /><Relationship Type="http://schemas.openxmlformats.org/officeDocument/2006/relationships/slide" Target="/ppt/slides/slide8.xml" Id="R7ed59585c5574344" /><Relationship Type="http://schemas.openxmlformats.org/officeDocument/2006/relationships/slide" Target="/ppt/slides/slide9.xml" Id="R35d3f1d8786e4218" /><Relationship Type="http://schemas.openxmlformats.org/officeDocument/2006/relationships/slide" Target="/ppt/slides/slide10.xml" Id="R18ea624d476a47cb" /><Relationship Type="http://schemas.openxmlformats.org/officeDocument/2006/relationships/slide" Target="/ppt/slides/slide11.xml" Id="R9293f78fb3c14379" /><Relationship Type="http://schemas.openxmlformats.org/officeDocument/2006/relationships/slide" Target="/ppt/slides/slide12.xml" Id="Rb86a2adf232d434f" /><Relationship Type="http://schemas.openxmlformats.org/officeDocument/2006/relationships/slide" Target="/ppt/slides/slide13.xml" Id="R59936eae85b4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164dd3089c41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024626efcc409f" /><Relationship Type="http://schemas.openxmlformats.org/officeDocument/2006/relationships/notesMaster" Target="/ppt/notesMasters/notesMaster1.xml" Id="R89d524ec6e2347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edfc4eff144565" /><Relationship Type="http://schemas.openxmlformats.org/officeDocument/2006/relationships/notesMaster" Target="/ppt/notesMasters/notesMaster1.xml" Id="Re47857fd625c46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2b9890a054d7e" /><Relationship Type="http://schemas.openxmlformats.org/officeDocument/2006/relationships/notesMaster" Target="/ppt/notesMasters/notesMaster1.xml" Id="R0246e220ecb842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cfc3f6a3f54884" /><Relationship Type="http://schemas.openxmlformats.org/officeDocument/2006/relationships/notesMaster" Target="/ppt/notesMasters/notesMaster1.xml" Id="Ra93cc279508b49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f59b0e12e94eca" /><Relationship Type="http://schemas.openxmlformats.org/officeDocument/2006/relationships/notesMaster" Target="/ppt/notesMasters/notesMaster1.xml" Id="Ra7d3394d985f4d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13f81f01404c8a" /><Relationship Type="http://schemas.openxmlformats.org/officeDocument/2006/relationships/notesMaster" Target="/ppt/notesMasters/notesMaster1.xml" Id="R745f46ee4cba4f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10ea0c614940c4" /><Relationship Type="http://schemas.openxmlformats.org/officeDocument/2006/relationships/notesMaster" Target="/ppt/notesMasters/notesMaster1.xml" Id="R323d0149a3fa4d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1b027f5064ab8" /><Relationship Type="http://schemas.openxmlformats.org/officeDocument/2006/relationships/notesMaster" Target="/ppt/notesMasters/notesMaster1.xml" Id="R69eb4a04036046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d4ce3c6e894b2c" /><Relationship Type="http://schemas.openxmlformats.org/officeDocument/2006/relationships/notesMaster" Target="/ppt/notesMasters/notesMaster1.xml" Id="R76e3b367f4fa4c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d6f19dce1a4ad9" /><Relationship Type="http://schemas.openxmlformats.org/officeDocument/2006/relationships/notesMaster" Target="/ppt/notesMasters/notesMaster1.xml" Id="R5c6dc02bbe354f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ecc5984b4a4418" /><Relationship Type="http://schemas.openxmlformats.org/officeDocument/2006/relationships/notesMaster" Target="/ppt/notesMasters/notesMaster1.xml" Id="R1d181d68b0b549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2c32c74926462d" /><Relationship Type="http://schemas.openxmlformats.org/officeDocument/2006/relationships/notesMaster" Target="/ppt/notesMasters/notesMaster1.xml" Id="R13bdcdaf37954b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66612dc1bf44ac" /><Relationship Type="http://schemas.openxmlformats.org/officeDocument/2006/relationships/notesMaster" Target="/ppt/notesMasters/notesMaster1.xml" Id="R52f6ee68a51e49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53e9f9945946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dead7f96294a22" /><Relationship Type="http://schemas.openxmlformats.org/officeDocument/2006/relationships/slideLayout" Target="/ppt/slideLayouts/slideLayout1.xml" Id="R53ea6f32a7b34f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ea6f32a7b34f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97f635c0e14503" /><Relationship Type="http://schemas.openxmlformats.org/officeDocument/2006/relationships/image" Target="/ppt/media/image.png" Id="Ra2fafd03f2054857" /><Relationship Type="http://schemas.openxmlformats.org/officeDocument/2006/relationships/notesSlide" Target="/ppt/notesSlides/notesSlide1.xml" Id="R8fb428b5dc8d41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71655f79384ecf" /><Relationship Type="http://schemas.openxmlformats.org/officeDocument/2006/relationships/image" Target="/ppt/media/image2.png" Id="Rafe1d5283a784fff" /><Relationship Type="http://schemas.openxmlformats.org/officeDocument/2006/relationships/notesSlide" Target="/ppt/notesSlides/notesSlide2.xml" Id="R657a04a56d0d46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fddc3ad410475c" /><Relationship Type="http://schemas.openxmlformats.org/officeDocument/2006/relationships/image" Target="/ppt/media/image3.png" Id="R9f37e6f9af474039" /><Relationship Type="http://schemas.openxmlformats.org/officeDocument/2006/relationships/notesSlide" Target="/ppt/notesSlides/notesSlide3.xml" Id="Rb35310c2e43e47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8bf576800e4ee7" /><Relationship Type="http://schemas.openxmlformats.org/officeDocument/2006/relationships/image" Target="/ppt/media/image4.png" Id="Rb7665e0cb6d84bef" /><Relationship Type="http://schemas.openxmlformats.org/officeDocument/2006/relationships/notesSlide" Target="/ppt/notesSlides/notesSlide4.xml" Id="Rc4480f5a7e184d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05fa488f964da7" /><Relationship Type="http://schemas.openxmlformats.org/officeDocument/2006/relationships/image" Target="/ppt/media/image5.png" Id="R497a7f4e8ce44178" /><Relationship Type="http://schemas.openxmlformats.org/officeDocument/2006/relationships/image" Target="/ppt/media/image6.png" Id="Rf5fd09d8a4094a53" /><Relationship Type="http://schemas.openxmlformats.org/officeDocument/2006/relationships/notesSlide" Target="/ppt/notesSlides/notesSlide5.xml" Id="Rcbb7a19a21d54f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c93ac3b73c4256" /><Relationship Type="http://schemas.openxmlformats.org/officeDocument/2006/relationships/image" Target="/ppt/media/image7.png" Id="R9aa9589fa27d43cd" /><Relationship Type="http://schemas.openxmlformats.org/officeDocument/2006/relationships/image" Target="/ppt/media/image8.png" Id="R94d1aaef836042e3" /><Relationship Type="http://schemas.openxmlformats.org/officeDocument/2006/relationships/notesSlide" Target="/ppt/notesSlides/notesSlide6.xml" Id="R0928d601d82845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a7fa9e41fa45ce" /><Relationship Type="http://schemas.openxmlformats.org/officeDocument/2006/relationships/image" Target="/ppt/media/image9.png" Id="R720b5656ffea4f43" /><Relationship Type="http://schemas.openxmlformats.org/officeDocument/2006/relationships/image" Target="/ppt/media/image10.png" Id="Rc9b2171aa9e24d2b" /><Relationship Type="http://schemas.openxmlformats.org/officeDocument/2006/relationships/notesSlide" Target="/ppt/notesSlides/notesSlide7.xml" Id="R1e6637b9975b4d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a02dfe534c4cf1" /><Relationship Type="http://schemas.openxmlformats.org/officeDocument/2006/relationships/image" Target="/ppt/media/image11.png" Id="R649c2fc87b184f4d" /><Relationship Type="http://schemas.openxmlformats.org/officeDocument/2006/relationships/image" Target="/ppt/media/image12.png" Id="R57bb3df6d4f54ed0" /><Relationship Type="http://schemas.openxmlformats.org/officeDocument/2006/relationships/notesSlide" Target="/ppt/notesSlides/notesSlide8.xml" Id="Rc844bbf4ab2142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0933bf16cd484c" /><Relationship Type="http://schemas.openxmlformats.org/officeDocument/2006/relationships/image" Target="/ppt/media/image13.png" Id="Rfc6354e2a6474059" /><Relationship Type="http://schemas.openxmlformats.org/officeDocument/2006/relationships/image" Target="/ppt/media/image14.png" Id="Rea313c97d1ef4ced" /><Relationship Type="http://schemas.openxmlformats.org/officeDocument/2006/relationships/notesSlide" Target="/ppt/notesSlides/notesSlide9.xml" Id="R01e53d226c8540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2a7d0868b74dbb" /><Relationship Type="http://schemas.openxmlformats.org/officeDocument/2006/relationships/image" Target="/ppt/media/image15.png" Id="R477a5327b3494948" /><Relationship Type="http://schemas.openxmlformats.org/officeDocument/2006/relationships/chart" Target="/ppt/slides/charts/chart1.xml" Id="Ra3a1bb39aedf4918" /><Relationship Type="http://schemas.openxmlformats.org/officeDocument/2006/relationships/notesSlide" Target="/ppt/notesSlides/notesSlide10.xml" Id="Rf6c67ee76cd34e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92546a5cce41c4" /><Relationship Type="http://schemas.openxmlformats.org/officeDocument/2006/relationships/image" Target="/ppt/media/image16.png" Id="Rd642fe94507b49c9" /><Relationship Type="http://schemas.openxmlformats.org/officeDocument/2006/relationships/notesSlide" Target="/ppt/notesSlides/notesSlide11.xml" Id="R1be11154345742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4b97dbfbbb411d" /><Relationship Type="http://schemas.openxmlformats.org/officeDocument/2006/relationships/image" Target="/ppt/media/image17.png" Id="R7702d66d44ca463f" /><Relationship Type="http://schemas.openxmlformats.org/officeDocument/2006/relationships/notesSlide" Target="/ppt/notesSlides/notesSlide12.xml" Id="R5383719a84c241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5c253735d1443f" /><Relationship Type="http://schemas.openxmlformats.org/officeDocument/2006/relationships/image" Target="/ppt/media/image18.png" Id="Rf680d8c474544e06" /><Relationship Type="http://schemas.openxmlformats.org/officeDocument/2006/relationships/notesSlide" Target="/ppt/notesSlides/notesSlide13.xml" Id="R74c814cc476b44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Verified views (thousands)</c:v>
          </c:tx>
          <c:spPr>
            <a:solidFill xmlns:a="http://schemas.openxmlformats.org/drawingml/2006/main">
              <a:srgbClr val="6D9738"/>
            </a:solidFill>
          </c:spPr>
          <c:cat>
            <c:strRef>
              <c:f>'Chart Data'!$A$2:$A$6</c:f>
              <c:strCache>
                <c:ptCount val="5"/>
                <c:pt idx="0">
                  <c:v>Launch</c:v>
                </c:pt>
                <c:pt idx="1">
                  <c:v>Week 1</c:v>
                </c:pt>
                <c:pt idx="2">
                  <c:v>Week 2</c:v>
                </c:pt>
                <c:pt idx="3">
                  <c:v>Week 3</c:v>
                </c:pt>
                <c:pt idx="4">
                  <c:v>Final</c:v>
                </c:pt>
              </c:strCache>
            </c:strRef>
          </c:cat>
          <c:val>
            <c:numRef>
              <c:f>'Chart Data'!$B$2:$B$6</c:f>
              <c:numCache>
                <c:formatCode>General</c:formatCode>
                <c:ptCount val="5"/>
                <c:pt idx="0">
                  <c:v>12</c:v>
                </c:pt>
                <c:pt idx="1">
                  <c:v>39</c:v>
                </c:pt>
                <c:pt idx="2">
                  <c:v>71</c:v>
                </c:pt>
                <c:pt idx="3">
                  <c:v>101</c:v>
                </c:pt>
                <c:pt idx="4">
                  <c:v>128.4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2fafd03f2054857"/>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410044-8A46-4BFF-9E52-4554C7571719}"/>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0D85E900-17A7-46F7-8244-767E393378D8}"/>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AAD262E5-6466-48C4-8A13-5D6A7D1710C2}"/>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D814164D-4CA1-4192-BD9F-568C0765DACC}"/>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8AADD98C-3E85-42AD-B84A-8EECD8B1682F}"/>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CDABEE98-97CC-453A-80F5-2AAF99430349}"/>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09D9E979-A3E3-488D-8D3D-AC1D483FE30C}"/>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278CD171-B0CA-40DA-B16B-D49C61365F25}"/>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50E381BB-3EB6-40E2-8212-C21C38AE8A7A}"/>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AE43D3E7-D1A1-4E8B-A372-1396C3EB8077}"/>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1E41ED82-935E-4473-8F91-43817C873746}"/>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C4A182DB-CD7C-424F-A2A7-81E225273322}"/>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34DE86AA-C893-448B-A1B3-9CCB42DBCB9D}"/>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32B032EA-4B74-4E1B-8C1A-453D3CD57A0E}"/>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1966644901"/>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fe1d5283a784ff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E5E71B-4F35-4FA7-BB74-F22EC96FA22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3595D1C-00F3-4252-A647-EFF8F2E475AB}"/>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EB363C85-E738-4ED1-B04C-17ED8E100176}"/>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543CF236-0610-475F-8FF0-CB649E477827}"/>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3D13633B-3AF3-4163-A773-BDF360CD95F5}"/>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C68AA9A0-4AA9-4C75-8316-EB17F53AFEE6}"/>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AB14169D-D568-4F7C-B4E4-7CDA39F8054D}"/>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8D383DC1-769F-4F4D-A4F5-42B0DDC381FB}"/>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F609EA03-5267-4A72-9F8E-17DDF77972B7}"/>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FE6F2008-CCCB-4F5A-BA6A-0869D187976F}"/>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E9468B8E-AFAC-4B39-8D8C-867471E2E4FF}"/>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893944306"/>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f37e6f9af47403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1A0E75-AC75-450F-A132-8841C7ED82E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42BAC75-A417-44AB-BD61-9B7EDF66540B}"/>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6DA07D42-3E2A-473B-A7C1-7ED59F072A9F}"/>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5EA39391-31EB-41B4-8F62-8A2574300223}"/>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97A7698-A651-4D49-BFEF-E9A81BF733C2}"/>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D9BAFA56-5CD8-4F28-92F0-888D9E06529B}"/>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7B17D2F2-B7EC-4BA3-ACFF-B12F82F04F73}"/>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A51D4D3C-EAFF-4638-8AFE-D78D1BB553ED}"/>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B74C01F-85A1-4057-8DF2-B02AC66C6A66}"/>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E91D8AC6-7214-4A43-8AEE-0F42D7C5609C}"/>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EE61ED38-7041-44A5-8B88-DE81E734C1DB}"/>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5A291E34-A4D2-4AD2-95E0-C98935801B32}"/>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8B2A3DC7-0074-4E09-BC06-563447FACDBC}"/>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44AE5927-C929-4EF2-9327-2464EED77193}"/>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30BFF830-B15F-4700-8BA8-4EECAA9237B6}"/>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76DDB80B-2D0E-4C89-BE5E-1195DD973A5F}"/>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B88A69CF-73EE-4C28-9A35-7DFAC4D78C48}"/>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F2872140-79E4-4750-806C-15C1227A58C2}"/>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EB4AFD40-DAD0-4AF9-A578-82085E1A8F9D}"/>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1B1D2503-AE0A-4C22-B71F-D64A7224B67E}"/>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FCF5E98C-9583-4168-9B24-CA0C97286D8F}"/>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A96D1DDE-EFFD-433F-8B09-1A307611513B}"/>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733687885"/>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7665e0cb6d84be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4B8A3D-93C1-4EEC-BA14-280C82EF63E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1120650-4F44-4A5E-B638-FFB3A89B54ED}"/>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D74CFD60-AD23-4178-BE64-0DD9E85D006B}"/>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1023D9CB-EC97-4CD1-BF62-BB8411CF0C13}"/>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38D36E2B-B879-4217-8724-EFB6C9CFB2A1}"/>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9949A5FE-B5A9-4404-9052-527F386ACC65}"/>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66494750-8752-4005-96CF-D2913E61170B}"/>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DA587408-34A2-4BE8-9FCC-4DCDA1E4A571}"/>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BD610478-1C1B-413C-A776-F2C873D8D078}"/>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ED53ED7A-7ADB-4A1B-A581-3AD1F12C46D9}"/>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1B7D1E3F-CF54-48E3-927A-DCBEB47FBD5D}"/>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61267D79-0756-4253-8F9F-ED9CC4183163}"/>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892138AC-25AF-4FA9-8CFD-64D31E60106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B99BF8CE-D5D1-4A96-BB78-737B77D38FA7}"/>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474324B9-5BBE-485D-9A84-BDAEFA1EC701}"/>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35370602-D351-4A6A-A9B0-B1A696FC72E8}"/>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6D5FA0DE-0DEB-47D2-89FE-A57329F492C5}"/>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50A10763-0750-4C51-A6A3-DDA0FBE9EC0C}"/>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FB49A093-685D-4010-ADDF-E8DC23F289CF}"/>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D3249F78-DE42-4B00-BDA0-6B20DA5F836D}"/>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1117062432"/>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97a7f4e8ce44178"/>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C4B43A-FAF9-4934-8D91-BFCD33D834D6}"/>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230EBFB-E6F9-4801-A0AA-07D65D0BE7CA}"/>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7F66FD29-993D-49C6-8E77-24FA954F7E96}"/>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7B18DB11-757E-4159-B22B-BAE57DF842CE}"/>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DC678F50-0A18-4812-8638-A5B013BA06F4}"/>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0AA17C1F-0739-48D5-97C8-849F22917DEE}"/>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095029FD-1488-4FFA-AC81-873BBF01AC82}"/>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4A4F540B-D785-49BA-8F57-786A3EED80A3}"/>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000E84CF-A933-4523-8006-3FBEEC85D236}"/>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5fd09d8a4094a53"/>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467777660"/>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aa9589fa27d43c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1B6665-3DE8-4129-A05C-2D706305B66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A96DE92-3C2A-44A5-8082-2D0AC76CA604}"/>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20C3F7A1-A5A6-4F46-8C2E-9594EB2C0472}"/>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FB395524-C8E1-4896-816F-7C0873C5A252}"/>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B5B84D05-6D70-4A41-9B5E-0CD462B9D4AC}"/>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208DDD8-655E-4C18-9B14-066B0C728507}"/>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F2FC4528-EF02-4F2D-8825-CEAF281D4DBF}"/>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06F3515-9F8C-41E4-96FD-3DB837DEE4FE}"/>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75DA63C9-AF94-4886-A3FA-FFD7824A974E}"/>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868EFD9-7518-4B4D-8325-13DBC02D8224}"/>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07514C46-4C2D-49A7-B292-95E3A5F663AF}"/>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4d1aaef836042e3"/>
          <a:srcRect xmlns:a="http://schemas.openxmlformats.org/drawingml/2006/main" l="0" t="12748" r="0" b="12748"/>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647003391"/>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0b5656ffea4f4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0E4157-3875-44EE-9DEE-EC9B6A24105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8D5C98C-08D9-411B-B9ED-A1D456DA6A5D}"/>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543C3861-2AC7-4906-98DE-9290BAA7937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C31F58B6-38E5-4762-AC93-34C141E3E76C}"/>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85410C68-DB63-4C36-A189-82B792CD72FA}"/>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624F16B-1EC8-4BD7-9B35-F190A14D299E}"/>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3B5A9007-2903-46C8-99F2-8E63EC99406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EB79CF2-13D0-4723-8201-6C0C54D3F427}"/>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FADCFDA3-8C63-4837-ABB4-5E0C4B25D619}"/>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DE6F687-72F5-4120-A2FE-F55EF46BA2F5}"/>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05961213-E590-4393-864D-FA93940214AA}"/>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9b2171aa9e24d2b"/>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297228255"/>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9c2fc87b184f4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F92492-6803-4790-9B99-C2E84361F64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2284DC8-2A30-47C9-80EE-901A7CC8165E}"/>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3978E11F-2F8F-4CCE-9591-0F03E9220710}"/>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49D1B519-D453-46F0-96B1-8994D508758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0050F992-9959-4237-927C-1F40640DF25D}"/>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142AA94-7C84-436B-9AEF-8AA51A6BAA40}"/>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5FB0E0FE-2072-48D3-B4CA-842215E9E1AC}"/>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574B5CD-557C-4478-B919-E9D5C5804BD2}"/>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9D03A945-EB76-437D-8A5E-68C3A45FD443}"/>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DD1CBAB-1364-441E-BB65-25303A427281}"/>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C09EB8B2-3CFD-4BC3-8A0C-E1F4E1D30837}"/>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7bb3df6d4f54ed0"/>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488740710"/>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c6354e2a647405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F9E287-AB93-4B9B-89C2-A58B2BB840E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691C72F-4D6D-47A7-808D-EE393428B663}"/>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A3BC97D8-9C1D-4CD6-BEC6-DDA6C73C1B4F}"/>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42EFDA33-2F1C-4E97-B006-E9656254F015}"/>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D19A2105-1BE2-425C-A823-37D7595485F0}"/>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FA8C225C-546F-4FD4-9534-EA5F6160B0AF}"/>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6706CC0-7FB7-41EE-AC6E-89522A2AA338}"/>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EA1F2492-4B4C-4A5F-A4B5-090E9FCD317A}"/>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5D3B536D-B2C8-4E9E-94C0-8EB9D88C7EF3}"/>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3C06461F-FF5B-4926-9328-A5B78B7D370C}"/>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640D570-FE39-4D9F-A627-63AB3547AFB4}"/>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6E40412C-DB4A-45D6-A198-F4C2007B5960}"/>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9AC45A04-80B5-41CF-9EFE-0D61D2217C52}"/>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595278E0-94A0-4963-AF77-FCCA67667E7F}"/>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29090DEB-A7A4-4144-878C-AF95C6C2957A}"/>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BBE02F4D-6A63-4C4D-9FA9-875B8D734AF1}"/>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E3B0E434-CA67-4531-9F98-3451FA32E654}"/>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DE28B34C-BE5E-496B-8663-2213C14B2EDC}"/>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B15989D-B34D-4D86-B33D-3FEF930809E2}"/>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674FF9B3-B730-4423-840D-3CD7179A1F99}"/>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968C3248-FE92-4552-A670-E4762DCAC4EF}"/>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2DCB2A06-465E-4385-BB6A-FA4CCE95831C}"/>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774FF663-12A4-48F6-9DAB-718894821CD2}"/>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CE96259E-8A2A-48E3-8BCB-51E0ABF1F5D6}"/>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CCC24253-7478-4BE2-83A5-D8A0468B1E1D}"/>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5B47A35C-8BB1-4C82-90FD-178E48078DD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3FF7BBDF-B102-41C7-84D3-69F18D9D9BFD}"/>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9389C050-1F4B-4F10-A2BA-00387F2D7264}"/>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59653C81-AC60-4B15-93CE-6361C4E966CD}"/>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FC24F9A1-B50F-4783-8B36-CD1426055582}"/>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a313c97d1ef4ced"/>
          <a:srcRect xmlns:a="http://schemas.openxmlformats.org/drawingml/2006/main" l="0" t="17178" r="0" b="17178"/>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789603325"/>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77a5327b3494948"/>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EDE7D2-5571-441F-9F13-F30B14690CB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F70AB81-BA80-4113-98C7-3FF02C84ABDF}"/>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29881A47-6AF6-484D-B936-A172EAA7BF8C}"/>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2A37D759-FF48-4523-9229-F6CA78E33600}"/>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a3a1bb39aedf4918"/>
          </a:graphicData>
        </a:graphic>
      </p:graphicFrame>
      <p:sp>
        <p:nvSpPr>
          <p:cNvPr id="7" name="">
            <a:extLst xmlns:a="http://schemas.openxmlformats.org/drawingml/2006/main">
              <a:ext uri="{FF2B5EF4-FFF2-40B4-BE49-F238E27FC236}">
                <a16:creationId xmlns:a16="http://schemas.microsoft.com/office/drawing/2014/main" id="{A6E20D3B-771A-4D12-8742-3843E7E07594}"/>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DD856BE0-49F8-4B70-8D9B-4B4E5D8BA6BC}"/>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87BA9696-4734-44F4-A914-AA7B8F14297A}"/>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6DA5260E-E41C-4F13-8688-D9875C6B68C1}"/>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FAE1107-3316-4101-B54B-A24AAF17105F}"/>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65988151-7510-4B15-A479-406CF4C95384}"/>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672EB35-FCAD-476A-89C9-1E4592DBF888}"/>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C3272DFD-5CA4-4109-BDC8-C885D4F1B076}"/>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3FEC994-2665-4FE7-9264-905DA6E8658E}"/>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EA80A402-D301-46D2-B29C-CD1C223467E7}"/>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C07B4A10-BD6E-41AF-82CE-C63BCB6D5E71}"/>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6CE66A5E-D05A-4BEA-BBE4-9DFE2FADF53D}"/>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243932281"/>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642fe94507b49c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23C9F9-6EB1-45BC-B3D8-C75116CBE083}"/>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5154D13-C59E-4EA6-BBD0-08903978361C}"/>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BCEABD89-4981-4F0B-801F-4259D37D89C2}"/>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0CD547D-48DE-4753-AEF2-21B99BA0A28F}"/>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94B52232-01AF-4227-8DC8-735043CCB132}"/>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BA4B9390-8AD0-41F4-973B-60CD714A7387}"/>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9A165429-237F-429F-8ED0-1911A976BB62}"/>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2AF7311D-2663-4790-B810-F3CF969E7BFF}"/>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A77EC0C3-517F-4511-ABED-3FEA79F4AD8B}"/>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B7284BF6-94BE-48D8-BB4B-32EE0FFADF54}"/>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A6370E12-DFA9-4898-8EB2-E786E1751956}"/>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932FE6A6-04E8-466F-BDB1-0D42D47F405A}"/>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CE5E8A1E-CF76-4C52-A966-C4427BFE49F3}"/>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BFF2E8C5-F04D-4FE2-9732-6A104BA0A526}"/>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CFAACA59-5FF3-4EE6-858A-90394704330A}"/>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2FD62934-3E8D-4581-89CA-5064788FDAF3}"/>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B985CA53-86A8-4EFA-A7B0-6E56CF452FB4}"/>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CFEA228-098A-44ED-BDD6-5F22A4817997}"/>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21FD3E55-0389-42FA-BF2B-A1273FE93FF4}"/>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02D6EEA4-F0C0-4212-B9E2-A300AA093FA9}"/>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B79E8646-A107-4613-A4C3-D7E0CE569F9D}"/>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1327672149"/>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702d66d44ca463f"/>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82C9FF-372B-4724-B3B8-A2404A55EDA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E39E134-ACD7-4A0F-B084-B662B88E03D3}"/>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8573A8E2-43FE-4F28-9409-D0769DD544BB}"/>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6702B930-D5B7-4F35-8731-F3161EE6F27A}"/>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A9A480F8-A6CC-4BD1-862F-675A99FED2F0}"/>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0231D939-3535-48FC-A51F-CDACCAFBD63F}"/>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FDDCE9A7-DED5-417E-9A37-E82D2CE03547}"/>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80B7BC06-02DC-441C-8226-9644F1B7F517}"/>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A60455F4-0DD7-4DDF-812E-07DFB8A9C0FC}"/>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2B724D7C-DAE0-4018-B6EE-6F7133D2ACC1}"/>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589986D2-86A8-49EB-8246-2D3E4A2D9425}"/>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2729CE9C-710D-47E9-ABB3-1CA685D8CAB5}"/>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3BA8BF22-E376-4F61-BA95-E79632A59030}"/>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598DC60E-7B4B-424E-B3CC-E854BA3492B9}"/>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D301614B-970B-42A6-B23E-5B5F6BE7997B}"/>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40E911BB-892D-4E3F-B044-CA8FCE22A853}"/>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A24D78AD-68ED-41BA-8019-1B888E24832F}"/>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E635C14B-A001-4D28-BFDE-BB2652C7B100}"/>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A6EF1339-31D6-4F98-9CA1-547DC018AF1A}"/>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0E2AC023-DEA6-4038-8F1C-CD2A0A327392}"/>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CA057C2B-B0B0-4D61-8CAA-7054E743D321}"/>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B74871F4-3389-4355-985D-85D30F17C16B}"/>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237517214"/>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80d8c474544e06"/>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88EA72-0CCB-4144-ACAD-794139C30B4E}"/>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553D2005-FA81-49A9-A90B-AB7A4AC63239}"/>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2BDA405C-C030-41B7-B976-AFFBF14B9520}"/>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64E649E4-4439-42BB-89CC-E2DB9FEA1E28}"/>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287EA6D3-3CF7-471C-A2C6-5086E9E1BACB}"/>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896F72AD-3888-4E65-8425-3EE4E4D3C596}"/>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3825ABBE-96A4-4FF6-9DB9-4125603E6604}"/>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18012983-AFD7-449E-B514-7846820104EF}"/>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0632E2FE-C905-4B45-88D4-3B90032F93AD}"/>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627FE66F-E7C3-4BA4-B8FA-AC3642C55D57}"/>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2FEC3640-75D9-4BDF-A3C5-8F3676335F56}"/>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A9B863AB-73AA-4103-A28F-1449C88186B4}"/>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C987EB30-30EB-4255-8A9C-5BF193FD4C86}"/>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A2AE41EB-BE58-4557-AA5E-50A3E5D0CEFF}"/>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B9A02E25-24C6-4DDB-81EA-6FABB3A5DB82}"/>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4711A787-4647-4D69-892F-FB2AAECC4310}"/>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596022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2026-09-09T21:36:21.7880000Z</dcterms:created>
  <dcterms:modified xsi:type="dcterms:W3CDTF">2026-09-09T21:36:21.7880000Z</dcterms:modified>
</coreProperties>
</file>